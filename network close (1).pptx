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2"/>
  </p:notesMasterIdLst>
  <p:sldIdLst>
    <p:sldId id="256" r:id="rId2"/>
    <p:sldId id="268" r:id="rId3"/>
    <p:sldId id="269" r:id="rId4"/>
    <p:sldId id="276" r:id="rId5"/>
    <p:sldId id="272" r:id="rId6"/>
    <p:sldId id="273" r:id="rId7"/>
    <p:sldId id="275" r:id="rId8"/>
    <p:sldId id="281" r:id="rId9"/>
    <p:sldId id="282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4B5D6A-F6B0-7B30-627E-DA4890E89D30}" v="183" dt="2026-06-16T07:10:17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t singh" userId="3fc87fe82f365dbf" providerId="Windows Live" clId="Web-{754B5D6A-F6B0-7B30-627E-DA4890E89D30}"/>
    <pc:docChg chg="delSld modSld">
      <pc:chgData name="sumit singh" userId="3fc87fe82f365dbf" providerId="Windows Live" clId="Web-{754B5D6A-F6B0-7B30-627E-DA4890E89D30}" dt="2026-06-16T07:10:17.129" v="96" actId="20577"/>
      <pc:docMkLst>
        <pc:docMk/>
      </pc:docMkLst>
      <pc:sldChg chg="del">
        <pc:chgData name="sumit singh" userId="3fc87fe82f365dbf" providerId="Windows Live" clId="Web-{754B5D6A-F6B0-7B30-627E-DA4890E89D30}" dt="2026-06-16T07:04:59.557" v="5"/>
        <pc:sldMkLst>
          <pc:docMk/>
          <pc:sldMk cId="584556454" sldId="271"/>
        </pc:sldMkLst>
      </pc:sldChg>
      <pc:sldChg chg="modSp">
        <pc:chgData name="sumit singh" userId="3fc87fe82f365dbf" providerId="Windows Live" clId="Web-{754B5D6A-F6B0-7B30-627E-DA4890E89D30}" dt="2026-06-16T07:10:17.129" v="96" actId="20577"/>
        <pc:sldMkLst>
          <pc:docMk/>
          <pc:sldMk cId="2490006589" sldId="273"/>
        </pc:sldMkLst>
        <pc:spChg chg="mod">
          <ac:chgData name="sumit singh" userId="3fc87fe82f365dbf" providerId="Windows Live" clId="Web-{754B5D6A-F6B0-7B30-627E-DA4890E89D30}" dt="2026-06-16T07:10:17.129" v="96" actId="20577"/>
          <ac:spMkLst>
            <pc:docMk/>
            <pc:sldMk cId="2490006589" sldId="273"/>
            <ac:spMk id="7" creationId="{ECAEE4E6-0B61-FDE7-9FF4-5EC0A27002BC}"/>
          </ac:spMkLst>
        </pc:spChg>
      </pc:sldChg>
      <pc:sldChg chg="modSp">
        <pc:chgData name="sumit singh" userId="3fc87fe82f365dbf" providerId="Windows Live" clId="Web-{754B5D6A-F6B0-7B30-627E-DA4890E89D30}" dt="2026-06-16T07:09:12.862" v="41" actId="20577"/>
        <pc:sldMkLst>
          <pc:docMk/>
          <pc:sldMk cId="1790661432" sldId="276"/>
        </pc:sldMkLst>
        <pc:spChg chg="mod">
          <ac:chgData name="sumit singh" userId="3fc87fe82f365dbf" providerId="Windows Live" clId="Web-{754B5D6A-F6B0-7B30-627E-DA4890E89D30}" dt="2026-06-16T07:09:12.862" v="41" actId="20577"/>
          <ac:spMkLst>
            <pc:docMk/>
            <pc:sldMk cId="1790661432" sldId="276"/>
            <ac:spMk id="3" creationId="{E2BDC51B-B640-410C-3120-0DAB29AA4CBF}"/>
          </ac:spMkLst>
        </pc:spChg>
      </pc:sldChg>
      <pc:sldChg chg="modSp">
        <pc:chgData name="sumit singh" userId="3fc87fe82f365dbf" providerId="Windows Live" clId="Web-{754B5D6A-F6B0-7B30-627E-DA4890E89D30}" dt="2026-06-16T07:05:42.902" v="27" actId="1076"/>
        <pc:sldMkLst>
          <pc:docMk/>
          <pc:sldMk cId="1026819193" sldId="282"/>
        </pc:sldMkLst>
        <pc:spChg chg="mod">
          <ac:chgData name="sumit singh" userId="3fc87fe82f365dbf" providerId="Windows Live" clId="Web-{754B5D6A-F6B0-7B30-627E-DA4890E89D30}" dt="2026-06-16T07:05:42.902" v="27" actId="1076"/>
          <ac:spMkLst>
            <pc:docMk/>
            <pc:sldMk cId="1026819193" sldId="282"/>
            <ac:spMk id="6" creationId="{357F0A7A-A6C6-5B9D-474F-A44C1749D423}"/>
          </ac:spMkLst>
        </pc:spChg>
      </pc:sldChg>
    </pc:docChg>
  </pc:docChgLst>
  <pc:docChgLst>
    <pc:chgData name="sumit singh" userId="3fc87fe82f365dbf" providerId="Windows Live" clId="Web-{915777F3-805A-533C-67B6-5492802C152C}"/>
    <pc:docChg chg="addSld delSld modSld">
      <pc:chgData name="sumit singh" userId="3fc87fe82f365dbf" providerId="Windows Live" clId="Web-{915777F3-805A-533C-67B6-5492802C152C}" dt="2026-06-11T08:38:33.476" v="1220" actId="20577"/>
      <pc:docMkLst>
        <pc:docMk/>
      </pc:docMkLst>
      <pc:sldChg chg="modSp">
        <pc:chgData name="sumit singh" userId="3fc87fe82f365dbf" providerId="Windows Live" clId="Web-{915777F3-805A-533C-67B6-5492802C152C}" dt="2026-06-11T08:38:33.476" v="1220" actId="20577"/>
        <pc:sldMkLst>
          <pc:docMk/>
          <pc:sldMk cId="4172270988" sldId="256"/>
        </pc:sldMkLst>
        <pc:spChg chg="mod">
          <ac:chgData name="sumit singh" userId="3fc87fe82f365dbf" providerId="Windows Live" clId="Web-{915777F3-805A-533C-67B6-5492802C152C}" dt="2026-06-11T08:38:33.476" v="1220" actId="20577"/>
          <ac:spMkLst>
            <pc:docMk/>
            <pc:sldMk cId="4172270988" sldId="256"/>
            <ac:spMk id="2" creationId="{54A94E13-AF13-FE84-B59A-88C7FF0DDD90}"/>
          </ac:spMkLst>
        </pc:spChg>
      </pc:sldChg>
      <pc:sldChg chg="modSp">
        <pc:chgData name="sumit singh" userId="3fc87fe82f365dbf" providerId="Windows Live" clId="Web-{915777F3-805A-533C-67B6-5492802C152C}" dt="2026-06-11T07:00:40.245" v="127" actId="20577"/>
        <pc:sldMkLst>
          <pc:docMk/>
          <pc:sldMk cId="2243505180" sldId="268"/>
        </pc:sldMkLst>
        <pc:spChg chg="mod">
          <ac:chgData name="sumit singh" userId="3fc87fe82f365dbf" providerId="Windows Live" clId="Web-{915777F3-805A-533C-67B6-5492802C152C}" dt="2026-06-11T07:00:25.541" v="124" actId="20577"/>
          <ac:spMkLst>
            <pc:docMk/>
            <pc:sldMk cId="2243505180" sldId="268"/>
            <ac:spMk id="5" creationId="{C7AD6A61-CE28-35F1-A111-8CC663622748}"/>
          </ac:spMkLst>
        </pc:spChg>
        <pc:spChg chg="mod">
          <ac:chgData name="sumit singh" userId="3fc87fe82f365dbf" providerId="Windows Live" clId="Web-{915777F3-805A-533C-67B6-5492802C152C}" dt="2026-06-11T07:00:40.245" v="127" actId="20577"/>
          <ac:spMkLst>
            <pc:docMk/>
            <pc:sldMk cId="2243505180" sldId="268"/>
            <ac:spMk id="6" creationId="{7884BE50-E2CC-2B1B-26C2-BE432FB7985C}"/>
          </ac:spMkLst>
        </pc:spChg>
      </pc:sldChg>
      <pc:sldChg chg="addSp delSp modSp">
        <pc:chgData name="sumit singh" userId="3fc87fe82f365dbf" providerId="Windows Live" clId="Web-{915777F3-805A-533C-67B6-5492802C152C}" dt="2026-06-11T07:08:18.856" v="137" actId="14100"/>
        <pc:sldMkLst>
          <pc:docMk/>
          <pc:sldMk cId="1472132133" sldId="269"/>
        </pc:sldMkLst>
        <pc:picChg chg="add mod">
          <ac:chgData name="sumit singh" userId="3fc87fe82f365dbf" providerId="Windows Live" clId="Web-{915777F3-805A-533C-67B6-5492802C152C}" dt="2026-06-11T07:08:18.856" v="137" actId="14100"/>
          <ac:picMkLst>
            <pc:docMk/>
            <pc:sldMk cId="1472132133" sldId="269"/>
            <ac:picMk id="3" creationId="{1CDF3FBE-0A11-EDA6-68F2-BB647BA91409}"/>
          </ac:picMkLst>
        </pc:picChg>
        <pc:picChg chg="del">
          <ac:chgData name="sumit singh" userId="3fc87fe82f365dbf" providerId="Windows Live" clId="Web-{915777F3-805A-533C-67B6-5492802C152C}" dt="2026-06-11T07:00:52.479" v="128"/>
          <ac:picMkLst>
            <pc:docMk/>
            <pc:sldMk cId="1472132133" sldId="269"/>
            <ac:picMk id="5" creationId="{11DF08E9-943C-F367-F8B9-707DB4D9382F}"/>
          </ac:picMkLst>
        </pc:picChg>
      </pc:sldChg>
      <pc:sldChg chg="addSp delSp modSp">
        <pc:chgData name="sumit singh" userId="3fc87fe82f365dbf" providerId="Windows Live" clId="Web-{915777F3-805A-533C-67B6-5492802C152C}" dt="2026-06-11T08:29:39.658" v="1083" actId="14100"/>
        <pc:sldMkLst>
          <pc:docMk/>
          <pc:sldMk cId="4233366534" sldId="270"/>
        </pc:sldMkLst>
        <pc:picChg chg="add mod">
          <ac:chgData name="sumit singh" userId="3fc87fe82f365dbf" providerId="Windows Live" clId="Web-{915777F3-805A-533C-67B6-5492802C152C}" dt="2026-06-11T08:29:39.658" v="1083" actId="14100"/>
          <ac:picMkLst>
            <pc:docMk/>
            <pc:sldMk cId="4233366534" sldId="270"/>
            <ac:picMk id="3" creationId="{3AC04864-6285-3E66-51BC-DD662E58F3B3}"/>
          </ac:picMkLst>
        </pc:picChg>
        <pc:picChg chg="del">
          <ac:chgData name="sumit singh" userId="3fc87fe82f365dbf" providerId="Windows Live" clId="Web-{915777F3-805A-533C-67B6-5492802C152C}" dt="2026-06-11T08:28:15.001" v="1078"/>
          <ac:picMkLst>
            <pc:docMk/>
            <pc:sldMk cId="4233366534" sldId="270"/>
            <ac:picMk id="4" creationId="{D4912CA4-D7AC-DB24-761B-2DCD45D5362F}"/>
          </ac:picMkLst>
        </pc:picChg>
      </pc:sldChg>
      <pc:sldChg chg="addSp delSp modSp">
        <pc:chgData name="sumit singh" userId="3fc87fe82f365dbf" providerId="Windows Live" clId="Web-{915777F3-805A-533C-67B6-5492802C152C}" dt="2026-06-11T08:36:11.191" v="1203" actId="20577"/>
        <pc:sldMkLst>
          <pc:docMk/>
          <pc:sldMk cId="584556454" sldId="271"/>
        </pc:sldMkLst>
        <pc:spChg chg="add mod">
          <ac:chgData name="sumit singh" userId="3fc87fe82f365dbf" providerId="Windows Live" clId="Web-{915777F3-805A-533C-67B6-5492802C152C}" dt="2026-06-11T08:36:11.191" v="1203" actId="20577"/>
          <ac:spMkLst>
            <pc:docMk/>
            <pc:sldMk cId="584556454" sldId="271"/>
            <ac:spMk id="3" creationId="{499A0404-DCF3-8A09-B300-2AC602615458}"/>
          </ac:spMkLst>
        </pc:spChg>
        <pc:spChg chg="del mod">
          <ac:chgData name="sumit singh" userId="3fc87fe82f365dbf" providerId="Windows Live" clId="Web-{915777F3-805A-533C-67B6-5492802C152C}" dt="2026-06-11T08:29:58.970" v="1089"/>
          <ac:spMkLst>
            <pc:docMk/>
            <pc:sldMk cId="584556454" sldId="271"/>
            <ac:spMk id="4" creationId="{58B8A0A8-4CB7-F33D-83C4-570B48BE9304}"/>
          </ac:spMkLst>
        </pc:spChg>
        <pc:spChg chg="del mod">
          <ac:chgData name="sumit singh" userId="3fc87fe82f365dbf" providerId="Windows Live" clId="Web-{915777F3-805A-533C-67B6-5492802C152C}" dt="2026-06-11T08:29:53.408" v="1086"/>
          <ac:spMkLst>
            <pc:docMk/>
            <pc:sldMk cId="584556454" sldId="271"/>
            <ac:spMk id="6" creationId="{7B6C657F-32B9-3B33-B8DF-EA5519E19E4C}"/>
          </ac:spMkLst>
        </pc:spChg>
      </pc:sldChg>
      <pc:sldChg chg="addSp delSp modSp">
        <pc:chgData name="sumit singh" userId="3fc87fe82f365dbf" providerId="Windows Live" clId="Web-{915777F3-805A-533C-67B6-5492802C152C}" dt="2026-06-11T07:17:53.314" v="274" actId="14100"/>
        <pc:sldMkLst>
          <pc:docMk/>
          <pc:sldMk cId="1354677141" sldId="272"/>
        </pc:sldMkLst>
        <pc:picChg chg="add mod">
          <ac:chgData name="sumit singh" userId="3fc87fe82f365dbf" providerId="Windows Live" clId="Web-{915777F3-805A-533C-67B6-5492802C152C}" dt="2026-06-11T07:17:53.314" v="274" actId="14100"/>
          <ac:picMkLst>
            <pc:docMk/>
            <pc:sldMk cId="1354677141" sldId="272"/>
            <ac:picMk id="3" creationId="{A9C1FC00-4282-8CAB-B7D0-527A1E64A0DA}"/>
          </ac:picMkLst>
        </pc:picChg>
        <pc:picChg chg="del">
          <ac:chgData name="sumit singh" userId="3fc87fe82f365dbf" providerId="Windows Live" clId="Web-{915777F3-805A-533C-67B6-5492802C152C}" dt="2026-06-11T07:16:35.142" v="269"/>
          <ac:picMkLst>
            <pc:docMk/>
            <pc:sldMk cId="1354677141" sldId="272"/>
            <ac:picMk id="10" creationId="{842D9710-8A32-C67D-6E6F-A5FC170C5693}"/>
          </ac:picMkLst>
        </pc:picChg>
      </pc:sldChg>
      <pc:sldChg chg="addSp delSp modSp">
        <pc:chgData name="sumit singh" userId="3fc87fe82f365dbf" providerId="Windows Live" clId="Web-{915777F3-805A-533C-67B6-5492802C152C}" dt="2026-06-11T07:32:54.841" v="405" actId="20577"/>
        <pc:sldMkLst>
          <pc:docMk/>
          <pc:sldMk cId="2490006589" sldId="273"/>
        </pc:sldMkLst>
        <pc:spChg chg="del mod">
          <ac:chgData name="sumit singh" userId="3fc87fe82f365dbf" providerId="Windows Live" clId="Web-{915777F3-805A-533C-67B6-5492802C152C}" dt="2026-06-11T07:18:23.767" v="277"/>
          <ac:spMkLst>
            <pc:docMk/>
            <pc:sldMk cId="2490006589" sldId="273"/>
            <ac:spMk id="3" creationId="{3039A05D-A3B2-FD5C-225E-71ABA8302FD1}"/>
          </ac:spMkLst>
        </pc:spChg>
        <pc:spChg chg="del mod">
          <ac:chgData name="sumit singh" userId="3fc87fe82f365dbf" providerId="Windows Live" clId="Web-{915777F3-805A-533C-67B6-5492802C152C}" dt="2026-06-11T07:18:42.720" v="285"/>
          <ac:spMkLst>
            <pc:docMk/>
            <pc:sldMk cId="2490006589" sldId="273"/>
            <ac:spMk id="4" creationId="{40D9C236-B910-F36C-6734-1375C63C1ACE}"/>
          </ac:spMkLst>
        </pc:spChg>
        <pc:spChg chg="mod">
          <ac:chgData name="sumit singh" userId="3fc87fe82f365dbf" providerId="Windows Live" clId="Web-{915777F3-805A-533C-67B6-5492802C152C}" dt="2026-06-11T07:18:35.767" v="282" actId="20577"/>
          <ac:spMkLst>
            <pc:docMk/>
            <pc:sldMk cId="2490006589" sldId="273"/>
            <ac:spMk id="5" creationId="{6BAB8A91-2431-606D-5DF1-21A4775006EF}"/>
          </ac:spMkLst>
        </pc:spChg>
        <pc:spChg chg="add del mod">
          <ac:chgData name="sumit singh" userId="3fc87fe82f365dbf" providerId="Windows Live" clId="Web-{915777F3-805A-533C-67B6-5492802C152C}" dt="2026-06-11T07:19:58.659" v="289"/>
          <ac:spMkLst>
            <pc:docMk/>
            <pc:sldMk cId="2490006589" sldId="273"/>
            <ac:spMk id="6" creationId="{69A91A51-608B-B25D-F3AD-E1944F72C665}"/>
          </ac:spMkLst>
        </pc:spChg>
        <pc:spChg chg="add mod">
          <ac:chgData name="sumit singh" userId="3fc87fe82f365dbf" providerId="Windows Live" clId="Web-{915777F3-805A-533C-67B6-5492802C152C}" dt="2026-06-11T07:32:54.841" v="405" actId="20577"/>
          <ac:spMkLst>
            <pc:docMk/>
            <pc:sldMk cId="2490006589" sldId="273"/>
            <ac:spMk id="7" creationId="{ECAEE4E6-0B61-FDE7-9FF4-5EC0A27002BC}"/>
          </ac:spMkLst>
        </pc:spChg>
        <pc:spChg chg="del mod">
          <ac:chgData name="sumit singh" userId="3fc87fe82f365dbf" providerId="Windows Live" clId="Web-{915777F3-805A-533C-67B6-5492802C152C}" dt="2026-06-11T07:18:30.423" v="280"/>
          <ac:spMkLst>
            <pc:docMk/>
            <pc:sldMk cId="2490006589" sldId="273"/>
            <ac:spMk id="8" creationId="{6916CC3D-F9C2-57A8-DE28-6B0CA118BBA8}"/>
          </ac:spMkLst>
        </pc:spChg>
      </pc:sldChg>
      <pc:sldChg chg="addSp delSp modSp">
        <pc:chgData name="sumit singh" userId="3fc87fe82f365dbf" providerId="Windows Live" clId="Web-{915777F3-805A-533C-67B6-5492802C152C}" dt="2026-06-11T07:53:58.166" v="651" actId="14100"/>
        <pc:sldMkLst>
          <pc:docMk/>
          <pc:sldMk cId="3736160674" sldId="274"/>
        </pc:sldMkLst>
        <pc:picChg chg="add del mod">
          <ac:chgData name="sumit singh" userId="3fc87fe82f365dbf" providerId="Windows Live" clId="Web-{915777F3-805A-533C-67B6-5492802C152C}" dt="2026-06-11T07:53:30.182" v="646"/>
          <ac:picMkLst>
            <pc:docMk/>
            <pc:sldMk cId="3736160674" sldId="274"/>
            <ac:picMk id="3" creationId="{18628006-E086-ECE6-A671-C79EB715711A}"/>
          </ac:picMkLst>
        </pc:picChg>
        <pc:picChg chg="del">
          <ac:chgData name="sumit singh" userId="3fc87fe82f365dbf" providerId="Windows Live" clId="Web-{915777F3-805A-533C-67B6-5492802C152C}" dt="2026-06-11T07:50:52.696" v="636"/>
          <ac:picMkLst>
            <pc:docMk/>
            <pc:sldMk cId="3736160674" sldId="274"/>
            <ac:picMk id="4" creationId="{D2C52663-9671-816F-A1AE-EC2ECA062C9E}"/>
          </ac:picMkLst>
        </pc:picChg>
        <pc:picChg chg="add mod">
          <ac:chgData name="sumit singh" userId="3fc87fe82f365dbf" providerId="Windows Live" clId="Web-{915777F3-805A-533C-67B6-5492802C152C}" dt="2026-06-11T07:53:58.166" v="651" actId="14100"/>
          <ac:picMkLst>
            <pc:docMk/>
            <pc:sldMk cId="3736160674" sldId="274"/>
            <ac:picMk id="5" creationId="{89A5B1D3-CAB6-2686-68B4-C4B229041C7E}"/>
          </ac:picMkLst>
        </pc:picChg>
      </pc:sldChg>
      <pc:sldChg chg="modSp">
        <pc:chgData name="sumit singh" userId="3fc87fe82f365dbf" providerId="Windows Live" clId="Web-{915777F3-805A-533C-67B6-5492802C152C}" dt="2026-06-11T07:55:00.589" v="661" actId="20577"/>
        <pc:sldMkLst>
          <pc:docMk/>
          <pc:sldMk cId="822921794" sldId="275"/>
        </pc:sldMkLst>
        <pc:spChg chg="mod">
          <ac:chgData name="sumit singh" userId="3fc87fe82f365dbf" providerId="Windows Live" clId="Web-{915777F3-805A-533C-67B6-5492802C152C}" dt="2026-06-11T07:55:00.589" v="661" actId="20577"/>
          <ac:spMkLst>
            <pc:docMk/>
            <pc:sldMk cId="822921794" sldId="275"/>
            <ac:spMk id="5" creationId="{41A1FC78-BBC6-3914-7693-17B6CFEECB2A}"/>
          </ac:spMkLst>
        </pc:spChg>
      </pc:sldChg>
      <pc:sldChg chg="addSp delSp modSp">
        <pc:chgData name="sumit singh" userId="3fc87fe82f365dbf" providerId="Windows Live" clId="Web-{915777F3-805A-533C-67B6-5492802C152C}" dt="2026-06-11T07:16:25.907" v="268" actId="1076"/>
        <pc:sldMkLst>
          <pc:docMk/>
          <pc:sldMk cId="1790661432" sldId="276"/>
        </pc:sldMkLst>
        <pc:spChg chg="add mod">
          <ac:chgData name="sumit singh" userId="3fc87fe82f365dbf" providerId="Windows Live" clId="Web-{915777F3-805A-533C-67B6-5492802C152C}" dt="2026-06-11T07:16:25.907" v="268" actId="1076"/>
          <ac:spMkLst>
            <pc:docMk/>
            <pc:sldMk cId="1790661432" sldId="276"/>
            <ac:spMk id="3" creationId="{E2BDC51B-B640-410C-3120-0DAB29AA4CBF}"/>
          </ac:spMkLst>
        </pc:spChg>
        <pc:spChg chg="del mod">
          <ac:chgData name="sumit singh" userId="3fc87fe82f365dbf" providerId="Windows Live" clId="Web-{915777F3-805A-533C-67B6-5492802C152C}" dt="2026-06-11T07:08:37.746" v="144"/>
          <ac:spMkLst>
            <pc:docMk/>
            <pc:sldMk cId="1790661432" sldId="276"/>
            <ac:spMk id="8" creationId="{57821B98-5895-F99D-2446-95637B60B1A4}"/>
          </ac:spMkLst>
        </pc:spChg>
        <pc:spChg chg="del mod">
          <ac:chgData name="sumit singh" userId="3fc87fe82f365dbf" providerId="Windows Live" clId="Web-{915777F3-805A-533C-67B6-5492802C152C}" dt="2026-06-11T07:08:44.231" v="146"/>
          <ac:spMkLst>
            <pc:docMk/>
            <pc:sldMk cId="1790661432" sldId="276"/>
            <ac:spMk id="10" creationId="{BA3D08B1-2B68-F43D-307D-40E1784E7DCB}"/>
          </ac:spMkLst>
        </pc:spChg>
      </pc:sldChg>
      <pc:sldChg chg="delSp modSp add del">
        <pc:chgData name="sumit singh" userId="3fc87fe82f365dbf" providerId="Windows Live" clId="Web-{915777F3-805A-533C-67B6-5492802C152C}" dt="2026-06-11T08:21:07.950" v="963"/>
        <pc:sldMkLst>
          <pc:docMk/>
          <pc:sldMk cId="3749545966" sldId="278"/>
        </pc:sldMkLst>
        <pc:spChg chg="mod">
          <ac:chgData name="sumit singh" userId="3fc87fe82f365dbf" providerId="Windows Live" clId="Web-{915777F3-805A-533C-67B6-5492802C152C}" dt="2026-06-11T08:19:12.025" v="955" actId="20577"/>
          <ac:spMkLst>
            <pc:docMk/>
            <pc:sldMk cId="3749545966" sldId="278"/>
            <ac:spMk id="2" creationId="{E834AD38-0A95-ABF9-2919-742742DC2E03}"/>
          </ac:spMkLst>
        </pc:spChg>
        <pc:spChg chg="mod">
          <ac:chgData name="sumit singh" userId="3fc87fe82f365dbf" providerId="Windows Live" clId="Web-{915777F3-805A-533C-67B6-5492802C152C}" dt="2026-06-11T08:11:40.288" v="875" actId="20577"/>
          <ac:spMkLst>
            <pc:docMk/>
            <pc:sldMk cId="3749545966" sldId="278"/>
            <ac:spMk id="3" creationId="{DD6F30A5-2D4A-9B83-172D-7A9132B26B8B}"/>
          </ac:spMkLst>
        </pc:spChg>
        <pc:spChg chg="del mod">
          <ac:chgData name="sumit singh" userId="3fc87fe82f365dbf" providerId="Windows Live" clId="Web-{915777F3-805A-533C-67B6-5492802C152C}" dt="2026-06-11T07:54:14.057" v="654"/>
          <ac:spMkLst>
            <pc:docMk/>
            <pc:sldMk cId="3749545966" sldId="278"/>
            <ac:spMk id="4" creationId="{C5BAB981-C1D8-C9D6-4C3C-75CB52BCBEDE}"/>
          </ac:spMkLst>
        </pc:spChg>
      </pc:sldChg>
      <pc:sldChg chg="addSp delSp modSp">
        <pc:chgData name="sumit singh" userId="3fc87fe82f365dbf" providerId="Windows Live" clId="Web-{915777F3-805A-533C-67B6-5492802C152C}" dt="2026-06-11T08:37:55.537" v="1210" actId="14100"/>
        <pc:sldMkLst>
          <pc:docMk/>
          <pc:sldMk cId="3974452154" sldId="279"/>
        </pc:sldMkLst>
        <pc:picChg chg="add mod">
          <ac:chgData name="sumit singh" userId="3fc87fe82f365dbf" providerId="Windows Live" clId="Web-{915777F3-805A-533C-67B6-5492802C152C}" dt="2026-06-11T08:37:55.537" v="1210" actId="14100"/>
          <ac:picMkLst>
            <pc:docMk/>
            <pc:sldMk cId="3974452154" sldId="279"/>
            <ac:picMk id="2" creationId="{210BBBC0-72CD-61AA-D565-D8F528AC8FBA}"/>
          </ac:picMkLst>
        </pc:picChg>
        <pc:picChg chg="del">
          <ac:chgData name="sumit singh" userId="3fc87fe82f365dbf" providerId="Windows Live" clId="Web-{915777F3-805A-533C-67B6-5492802C152C}" dt="2026-06-11T08:36:30.504" v="1204"/>
          <ac:picMkLst>
            <pc:docMk/>
            <pc:sldMk cId="3974452154" sldId="279"/>
            <ac:picMk id="4" creationId="{42AB925D-1847-92AA-DD42-67BC3D15F4D5}"/>
          </ac:picMkLst>
        </pc:picChg>
      </pc:sldChg>
      <pc:sldChg chg="addSp delSp modSp">
        <pc:chgData name="sumit singh" userId="3fc87fe82f365dbf" providerId="Windows Live" clId="Web-{915777F3-805A-533C-67B6-5492802C152C}" dt="2026-06-11T07:31:27.793" v="386" actId="14100"/>
        <pc:sldMkLst>
          <pc:docMk/>
          <pc:sldMk cId="1801138808" sldId="280"/>
        </pc:sldMkLst>
        <pc:picChg chg="add mod">
          <ac:chgData name="sumit singh" userId="3fc87fe82f365dbf" providerId="Windows Live" clId="Web-{915777F3-805A-533C-67B6-5492802C152C}" dt="2026-06-11T07:31:27.793" v="386" actId="14100"/>
          <ac:picMkLst>
            <pc:docMk/>
            <pc:sldMk cId="1801138808" sldId="280"/>
            <ac:picMk id="2" creationId="{664E8977-D44E-8C21-D35D-AB8E965D8D62}"/>
          </ac:picMkLst>
        </pc:picChg>
        <pc:picChg chg="del">
          <ac:chgData name="sumit singh" userId="3fc87fe82f365dbf" providerId="Windows Live" clId="Web-{915777F3-805A-533C-67B6-5492802C152C}" dt="2026-06-11T07:29:52.121" v="378"/>
          <ac:picMkLst>
            <pc:docMk/>
            <pc:sldMk cId="1801138808" sldId="280"/>
            <ac:picMk id="5" creationId="{58134A08-2954-91AA-5582-AEC0E9BB43A3}"/>
          </ac:picMkLst>
        </pc:picChg>
      </pc:sldChg>
      <pc:sldChg chg="addSp modSp new">
        <pc:chgData name="sumit singh" userId="3fc87fe82f365dbf" providerId="Windows Live" clId="Web-{915777F3-805A-533C-67B6-5492802C152C}" dt="2026-06-11T07:54:35.463" v="659" actId="20577"/>
        <pc:sldMkLst>
          <pc:docMk/>
          <pc:sldMk cId="1239637898" sldId="281"/>
        </pc:sldMkLst>
        <pc:spChg chg="add mod">
          <ac:chgData name="sumit singh" userId="3fc87fe82f365dbf" providerId="Windows Live" clId="Web-{915777F3-805A-533C-67B6-5492802C152C}" dt="2026-06-11T07:54:35.463" v="659" actId="20577"/>
          <ac:spMkLst>
            <pc:docMk/>
            <pc:sldMk cId="1239637898" sldId="281"/>
            <ac:spMk id="3" creationId="{A073217E-B940-FCCF-C6C0-57CE626214DB}"/>
          </ac:spMkLst>
        </pc:spChg>
      </pc:sldChg>
      <pc:sldChg chg="addSp delSp modSp new">
        <pc:chgData name="sumit singh" userId="3fc87fe82f365dbf" providerId="Windows Live" clId="Web-{915777F3-805A-533C-67B6-5492802C152C}" dt="2026-06-11T08:31:48.690" v="1106" actId="20577"/>
        <pc:sldMkLst>
          <pc:docMk/>
          <pc:sldMk cId="1026819193" sldId="282"/>
        </pc:sldMkLst>
        <pc:spChg chg="add del">
          <ac:chgData name="sumit singh" userId="3fc87fe82f365dbf" providerId="Windows Live" clId="Web-{915777F3-805A-533C-67B6-5492802C152C}" dt="2026-06-11T08:17:29.524" v="918"/>
          <ac:spMkLst>
            <pc:docMk/>
            <pc:sldMk cId="1026819193" sldId="282"/>
            <ac:spMk id="3" creationId="{5C1D489F-A53A-B524-4302-A846DEE1113E}"/>
          </ac:spMkLst>
        </pc:spChg>
        <pc:spChg chg="add del">
          <ac:chgData name="sumit singh" userId="3fc87fe82f365dbf" providerId="Windows Live" clId="Web-{915777F3-805A-533C-67B6-5492802C152C}" dt="2026-06-11T08:17:54.040" v="921"/>
          <ac:spMkLst>
            <pc:docMk/>
            <pc:sldMk cId="1026819193" sldId="282"/>
            <ac:spMk id="4" creationId="{205FECF3-B755-80DD-691A-B94A59B20B14}"/>
          </ac:spMkLst>
        </pc:spChg>
        <pc:spChg chg="add">
          <ac:chgData name="sumit singh" userId="3fc87fe82f365dbf" providerId="Windows Live" clId="Web-{915777F3-805A-533C-67B6-5492802C152C}" dt="2026-06-11T08:20:04.136" v="956"/>
          <ac:spMkLst>
            <pc:docMk/>
            <pc:sldMk cId="1026819193" sldId="282"/>
            <ac:spMk id="5" creationId="{B64F98A2-2635-3C87-9ACE-172D58AAA437}"/>
          </ac:spMkLst>
        </pc:spChg>
        <pc:spChg chg="add mod">
          <ac:chgData name="sumit singh" userId="3fc87fe82f365dbf" providerId="Windows Live" clId="Web-{915777F3-805A-533C-67B6-5492802C152C}" dt="2026-06-11T08:31:48.690" v="1106" actId="20577"/>
          <ac:spMkLst>
            <pc:docMk/>
            <pc:sldMk cId="1026819193" sldId="282"/>
            <ac:spMk id="6" creationId="{357F0A7A-A6C6-5B9D-474F-A44C1749D423}"/>
          </ac:spMkLst>
        </pc:spChg>
      </pc:sldChg>
      <pc:sldChg chg="add del">
        <pc:chgData name="sumit singh" userId="3fc87fe82f365dbf" providerId="Windows Live" clId="Web-{915777F3-805A-533C-67B6-5492802C152C}" dt="2026-06-11T08:21:02.387" v="962"/>
        <pc:sldMkLst>
          <pc:docMk/>
          <pc:sldMk cId="2708138581" sldId="283"/>
        </pc:sldMkLst>
      </pc:sldChg>
    </pc:docChg>
  </pc:docChgLst>
  <pc:docChgLst>
    <pc:chgData name="sumit singh" userId="3fc87fe82f365dbf" providerId="Windows Live" clId="Web-{5492EF9A-6604-5253-9772-FDA868AB977A}"/>
    <pc:docChg chg="modSld">
      <pc:chgData name="sumit singh" userId="3fc87fe82f365dbf" providerId="Windows Live" clId="Web-{5492EF9A-6604-5253-9772-FDA868AB977A}" dt="2026-06-11T05:56:16.467" v="565" actId="20577"/>
      <pc:docMkLst>
        <pc:docMk/>
      </pc:docMkLst>
      <pc:sldChg chg="addSp delSp modSp">
        <pc:chgData name="sumit singh" userId="3fc87fe82f365dbf" providerId="Windows Live" clId="Web-{5492EF9A-6604-5253-9772-FDA868AB977A}" dt="2026-06-11T05:51:17.095" v="510" actId="20577"/>
        <pc:sldMkLst>
          <pc:docMk/>
          <pc:sldMk cId="4172270988" sldId="256"/>
        </pc:sldMkLst>
        <pc:spChg chg="mod">
          <ac:chgData name="sumit singh" userId="3fc87fe82f365dbf" providerId="Windows Live" clId="Web-{5492EF9A-6604-5253-9772-FDA868AB977A}" dt="2026-06-11T05:34:20.755" v="47" actId="20577"/>
          <ac:spMkLst>
            <pc:docMk/>
            <pc:sldMk cId="4172270988" sldId="256"/>
            <ac:spMk id="2" creationId="{54A94E13-AF13-FE84-B59A-88C7FF0DDD90}"/>
          </ac:spMkLst>
        </pc:spChg>
        <pc:spChg chg="mod">
          <ac:chgData name="sumit singh" userId="3fc87fe82f365dbf" providerId="Windows Live" clId="Web-{5492EF9A-6604-5253-9772-FDA868AB977A}" dt="2026-06-11T05:50:53.469" v="507" actId="14100"/>
          <ac:spMkLst>
            <pc:docMk/>
            <pc:sldMk cId="4172270988" sldId="256"/>
            <ac:spMk id="3" creationId="{E4B09E56-A5E9-0BDC-98BD-DDD921DCD7E1}"/>
          </ac:spMkLst>
        </pc:spChg>
        <pc:spChg chg="add del mod">
          <ac:chgData name="sumit singh" userId="3fc87fe82f365dbf" providerId="Windows Live" clId="Web-{5492EF9A-6604-5253-9772-FDA868AB977A}" dt="2026-06-11T05:45:39.612" v="375"/>
          <ac:spMkLst>
            <pc:docMk/>
            <pc:sldMk cId="4172270988" sldId="256"/>
            <ac:spMk id="4" creationId="{4A34502C-2502-9CA3-F1B9-631A7727E794}"/>
          </ac:spMkLst>
        </pc:spChg>
        <pc:spChg chg="add del mod">
          <ac:chgData name="sumit singh" userId="3fc87fe82f365dbf" providerId="Windows Live" clId="Web-{5492EF9A-6604-5253-9772-FDA868AB977A}" dt="2026-06-11T05:46:11.191" v="380"/>
          <ac:spMkLst>
            <pc:docMk/>
            <pc:sldMk cId="4172270988" sldId="256"/>
            <ac:spMk id="5" creationId="{937DE8E7-B734-102D-190B-A3FC0BB21C41}"/>
          </ac:spMkLst>
        </pc:spChg>
        <pc:spChg chg="add del">
          <ac:chgData name="sumit singh" userId="3fc87fe82f365dbf" providerId="Windows Live" clId="Web-{5492EF9A-6604-5253-9772-FDA868AB977A}" dt="2026-06-11T05:46:22.520" v="382"/>
          <ac:spMkLst>
            <pc:docMk/>
            <pc:sldMk cId="4172270988" sldId="256"/>
            <ac:spMk id="6" creationId="{5A5ACF08-3FD7-8BE3-9B1F-55B40185F529}"/>
          </ac:spMkLst>
        </pc:spChg>
        <pc:spChg chg="add mod">
          <ac:chgData name="sumit singh" userId="3fc87fe82f365dbf" providerId="Windows Live" clId="Web-{5492EF9A-6604-5253-9772-FDA868AB977A}" dt="2026-06-11T05:51:17.095" v="510" actId="20577"/>
          <ac:spMkLst>
            <pc:docMk/>
            <pc:sldMk cId="4172270988" sldId="256"/>
            <ac:spMk id="8" creationId="{B0C5E59C-B2D6-0C4F-AE59-89E53FB6EB8E}"/>
          </ac:spMkLst>
        </pc:spChg>
      </pc:sldChg>
      <pc:sldChg chg="modSp">
        <pc:chgData name="sumit singh" userId="3fc87fe82f365dbf" providerId="Windows Live" clId="Web-{5492EF9A-6604-5253-9772-FDA868AB977A}" dt="2026-06-11T05:53:19.021" v="525" actId="20577"/>
        <pc:sldMkLst>
          <pc:docMk/>
          <pc:sldMk cId="2243505180" sldId="268"/>
        </pc:sldMkLst>
        <pc:spChg chg="mod">
          <ac:chgData name="sumit singh" userId="3fc87fe82f365dbf" providerId="Windows Live" clId="Web-{5492EF9A-6604-5253-9772-FDA868AB977A}" dt="2026-06-11T05:52:55.911" v="517" actId="1076"/>
          <ac:spMkLst>
            <pc:docMk/>
            <pc:sldMk cId="2243505180" sldId="268"/>
            <ac:spMk id="5" creationId="{C7AD6A61-CE28-35F1-A111-8CC663622748}"/>
          </ac:spMkLst>
        </pc:spChg>
        <pc:spChg chg="mod">
          <ac:chgData name="sumit singh" userId="3fc87fe82f365dbf" providerId="Windows Live" clId="Web-{5492EF9A-6604-5253-9772-FDA868AB977A}" dt="2026-06-11T05:53:19.021" v="525" actId="20577"/>
          <ac:spMkLst>
            <pc:docMk/>
            <pc:sldMk cId="2243505180" sldId="268"/>
            <ac:spMk id="6" creationId="{7884BE50-E2CC-2B1B-26C2-BE432FB7985C}"/>
          </ac:spMkLst>
        </pc:spChg>
      </pc:sldChg>
      <pc:sldChg chg="modSp">
        <pc:chgData name="sumit singh" userId="3fc87fe82f365dbf" providerId="Windows Live" clId="Web-{5492EF9A-6604-5253-9772-FDA868AB977A}" dt="2026-06-11T05:56:16.467" v="565" actId="20577"/>
        <pc:sldMkLst>
          <pc:docMk/>
          <pc:sldMk cId="1790661432" sldId="276"/>
        </pc:sldMkLst>
        <pc:spChg chg="mod">
          <ac:chgData name="sumit singh" userId="3fc87fe82f365dbf" providerId="Windows Live" clId="Web-{5492EF9A-6604-5253-9772-FDA868AB977A}" dt="2026-06-11T05:56:16.467" v="565" actId="20577"/>
          <ac:spMkLst>
            <pc:docMk/>
            <pc:sldMk cId="1790661432" sldId="276"/>
            <ac:spMk id="10" creationId="{BA3D08B1-2B68-F43D-307D-40E1784E7DCB}"/>
          </ac:spMkLst>
        </pc:spChg>
      </pc:sldChg>
    </pc:docChg>
  </pc:docChgLst>
  <pc:docChgLst>
    <pc:chgData name="sumit singh" userId="3fc87fe82f365dbf" providerId="Windows Live" clId="Web-{5E0A81BD-6AD3-0608-5568-08706B9DD44D}"/>
    <pc:docChg chg="delSld modSld">
      <pc:chgData name="sumit singh" userId="3fc87fe82f365dbf" providerId="Windows Live" clId="Web-{5E0A81BD-6AD3-0608-5568-08706B9DD44D}" dt="2026-06-12T07:05:29.427" v="404" actId="20577"/>
      <pc:docMkLst>
        <pc:docMk/>
      </pc:docMkLst>
      <pc:sldChg chg="addSp delSp modSp">
        <pc:chgData name="sumit singh" userId="3fc87fe82f365dbf" providerId="Windows Live" clId="Web-{5E0A81BD-6AD3-0608-5568-08706B9DD44D}" dt="2026-06-12T07:05:29.427" v="404" actId="20577"/>
        <pc:sldMkLst>
          <pc:docMk/>
          <pc:sldMk cId="4172270988" sldId="256"/>
        </pc:sldMkLst>
        <pc:spChg chg="del mod">
          <ac:chgData name="sumit singh" userId="3fc87fe82f365dbf" providerId="Windows Live" clId="Web-{5E0A81BD-6AD3-0608-5568-08706B9DD44D}" dt="2026-06-12T07:02:23.325" v="350"/>
          <ac:spMkLst>
            <pc:docMk/>
            <pc:sldMk cId="4172270988" sldId="256"/>
            <ac:spMk id="3" creationId="{E4B09E56-A5E9-0BDC-98BD-DDD921DCD7E1}"/>
          </ac:spMkLst>
        </pc:spChg>
        <pc:spChg chg="add del mod">
          <ac:chgData name="sumit singh" userId="3fc87fe82f365dbf" providerId="Windows Live" clId="Web-{5E0A81BD-6AD3-0608-5568-08706B9DD44D}" dt="2026-06-12T07:02:58.764" v="354"/>
          <ac:spMkLst>
            <pc:docMk/>
            <pc:sldMk cId="4172270988" sldId="256"/>
            <ac:spMk id="5" creationId="{1551B352-42F8-BFB2-B66E-C276F56BEC94}"/>
          </ac:spMkLst>
        </pc:spChg>
        <pc:spChg chg="add del">
          <ac:chgData name="sumit singh" userId="3fc87fe82f365dbf" providerId="Windows Live" clId="Web-{5E0A81BD-6AD3-0608-5568-08706B9DD44D}" dt="2026-06-12T07:02:36.060" v="352"/>
          <ac:spMkLst>
            <pc:docMk/>
            <pc:sldMk cId="4172270988" sldId="256"/>
            <ac:spMk id="6" creationId="{8F8A0A29-E03D-893E-C9D9-030AE9C4B630}"/>
          </ac:spMkLst>
        </pc:spChg>
        <pc:spChg chg="add mod">
          <ac:chgData name="sumit singh" userId="3fc87fe82f365dbf" providerId="Windows Live" clId="Web-{5E0A81BD-6AD3-0608-5568-08706B9DD44D}" dt="2026-06-12T07:05:29.427" v="404" actId="20577"/>
          <ac:spMkLst>
            <pc:docMk/>
            <pc:sldMk cId="4172270988" sldId="256"/>
            <ac:spMk id="10" creationId="{BC8F5B06-8964-7329-BB1B-F4350C2C791A}"/>
          </ac:spMkLst>
        </pc:spChg>
      </pc:sldChg>
      <pc:sldChg chg="modSp">
        <pc:chgData name="sumit singh" userId="3fc87fe82f365dbf" providerId="Windows Live" clId="Web-{5E0A81BD-6AD3-0608-5568-08706B9DD44D}" dt="2026-06-12T06:50:43.129" v="261" actId="1076"/>
        <pc:sldMkLst>
          <pc:docMk/>
          <pc:sldMk cId="3171341076" sldId="267"/>
        </pc:sldMkLst>
        <pc:spChg chg="mod">
          <ac:chgData name="sumit singh" userId="3fc87fe82f365dbf" providerId="Windows Live" clId="Web-{5E0A81BD-6AD3-0608-5568-08706B9DD44D}" dt="2026-06-12T06:50:34.332" v="260" actId="1076"/>
          <ac:spMkLst>
            <pc:docMk/>
            <pc:sldMk cId="3171341076" sldId="267"/>
            <ac:spMk id="5" creationId="{09DA9428-B45B-20BA-B9BF-9EC990C7F486}"/>
          </ac:spMkLst>
        </pc:spChg>
        <pc:spChg chg="mod">
          <ac:chgData name="sumit singh" userId="3fc87fe82f365dbf" providerId="Windows Live" clId="Web-{5E0A81BD-6AD3-0608-5568-08706B9DD44D}" dt="2026-06-12T06:50:43.129" v="261" actId="1076"/>
          <ac:spMkLst>
            <pc:docMk/>
            <pc:sldMk cId="3171341076" sldId="267"/>
            <ac:spMk id="6" creationId="{EB405D59-04E2-F173-8396-FFBCDFE0262A}"/>
          </ac:spMkLst>
        </pc:spChg>
      </pc:sldChg>
      <pc:sldChg chg="addSp delSp modSp">
        <pc:chgData name="sumit singh" userId="3fc87fe82f365dbf" providerId="Windows Live" clId="Web-{5E0A81BD-6AD3-0608-5568-08706B9DD44D}" dt="2026-06-12T06:52:06.898" v="271" actId="1076"/>
        <pc:sldMkLst>
          <pc:docMk/>
          <pc:sldMk cId="2243505180" sldId="268"/>
        </pc:sldMkLst>
        <pc:spChg chg="add del">
          <ac:chgData name="sumit singh" userId="3fc87fe82f365dbf" providerId="Windows Live" clId="Web-{5E0A81BD-6AD3-0608-5568-08706B9DD44D}" dt="2026-06-12T06:21:40.861" v="9"/>
          <ac:spMkLst>
            <pc:docMk/>
            <pc:sldMk cId="2243505180" sldId="268"/>
            <ac:spMk id="3" creationId="{93A2938F-9025-7B22-102B-2A99D428C3C0}"/>
          </ac:spMkLst>
        </pc:spChg>
        <pc:spChg chg="add del mod">
          <ac:chgData name="sumit singh" userId="3fc87fe82f365dbf" providerId="Windows Live" clId="Web-{5E0A81BD-6AD3-0608-5568-08706B9DD44D}" dt="2026-06-12T06:21:56.393" v="12"/>
          <ac:spMkLst>
            <pc:docMk/>
            <pc:sldMk cId="2243505180" sldId="268"/>
            <ac:spMk id="4" creationId="{15397F24-DA43-E681-01FB-6520979F1CD5}"/>
          </ac:spMkLst>
        </pc:spChg>
        <pc:spChg chg="mod">
          <ac:chgData name="sumit singh" userId="3fc87fe82f365dbf" providerId="Windows Live" clId="Web-{5E0A81BD-6AD3-0608-5568-08706B9DD44D}" dt="2026-06-12T06:51:01.895" v="262" actId="20577"/>
          <ac:spMkLst>
            <pc:docMk/>
            <pc:sldMk cId="2243505180" sldId="268"/>
            <ac:spMk id="5" creationId="{C7AD6A61-CE28-35F1-A111-8CC663622748}"/>
          </ac:spMkLst>
        </pc:spChg>
        <pc:spChg chg="del mod">
          <ac:chgData name="sumit singh" userId="3fc87fe82f365dbf" providerId="Windows Live" clId="Web-{5E0A81BD-6AD3-0608-5568-08706B9DD44D}" dt="2026-06-12T06:20:10.873" v="2"/>
          <ac:spMkLst>
            <pc:docMk/>
            <pc:sldMk cId="2243505180" sldId="268"/>
            <ac:spMk id="6" creationId="{7884BE50-E2CC-2B1B-26C2-BE432FB7985C}"/>
          </ac:spMkLst>
        </pc:spChg>
        <pc:spChg chg="add mod">
          <ac:chgData name="sumit singh" userId="3fc87fe82f365dbf" providerId="Windows Live" clId="Web-{5E0A81BD-6AD3-0608-5568-08706B9DD44D}" dt="2026-06-12T06:52:06.898" v="271" actId="1076"/>
          <ac:spMkLst>
            <pc:docMk/>
            <pc:sldMk cId="2243505180" sldId="268"/>
            <ac:spMk id="7" creationId="{48BDF657-690A-AF37-AAC0-3818021B3604}"/>
          </ac:spMkLst>
        </pc:spChg>
        <pc:spChg chg="add del">
          <ac:chgData name="sumit singh" userId="3fc87fe82f365dbf" providerId="Windows Live" clId="Web-{5E0A81BD-6AD3-0608-5568-08706B9DD44D}" dt="2026-06-12T06:23:21.646" v="22"/>
          <ac:spMkLst>
            <pc:docMk/>
            <pc:sldMk cId="2243505180" sldId="268"/>
            <ac:spMk id="8" creationId="{CBC8BE07-2EA4-137A-D12E-0B04C1E42002}"/>
          </ac:spMkLst>
        </pc:spChg>
        <pc:spChg chg="add del mod">
          <ac:chgData name="sumit singh" userId="3fc87fe82f365dbf" providerId="Windows Live" clId="Web-{5E0A81BD-6AD3-0608-5568-08706B9DD44D}" dt="2026-06-12T06:23:37.912" v="26"/>
          <ac:spMkLst>
            <pc:docMk/>
            <pc:sldMk cId="2243505180" sldId="268"/>
            <ac:spMk id="9" creationId="{42A11F4B-AAC7-80F5-49D0-167A6E10F4A7}"/>
          </ac:spMkLst>
        </pc:spChg>
        <pc:spChg chg="add del">
          <ac:chgData name="sumit singh" userId="3fc87fe82f365dbf" providerId="Windows Live" clId="Web-{5E0A81BD-6AD3-0608-5568-08706B9DD44D}" dt="2026-06-12T06:23:44.568" v="28"/>
          <ac:spMkLst>
            <pc:docMk/>
            <pc:sldMk cId="2243505180" sldId="268"/>
            <ac:spMk id="10" creationId="{88CDE34A-0E49-3E31-2A4F-DD35BD8C0930}"/>
          </ac:spMkLst>
        </pc:spChg>
        <pc:spChg chg="add mod">
          <ac:chgData name="sumit singh" userId="3fc87fe82f365dbf" providerId="Windows Live" clId="Web-{5E0A81BD-6AD3-0608-5568-08706B9DD44D}" dt="2026-06-12T06:51:08.005" v="263" actId="20577"/>
          <ac:spMkLst>
            <pc:docMk/>
            <pc:sldMk cId="2243505180" sldId="268"/>
            <ac:spMk id="11" creationId="{685238AC-A08C-9EF8-1E8E-CB152DC83AE5}"/>
          </ac:spMkLst>
        </pc:spChg>
      </pc:sldChg>
      <pc:sldChg chg="addSp delSp modSp">
        <pc:chgData name="sumit singh" userId="3fc87fe82f365dbf" providerId="Windows Live" clId="Web-{5E0A81BD-6AD3-0608-5568-08706B9DD44D}" dt="2026-06-12T06:52:27.024" v="273" actId="20577"/>
        <pc:sldMkLst>
          <pc:docMk/>
          <pc:sldMk cId="1472132133" sldId="269"/>
        </pc:sldMkLst>
        <pc:spChg chg="add mod">
          <ac:chgData name="sumit singh" userId="3fc87fe82f365dbf" providerId="Windows Live" clId="Web-{5E0A81BD-6AD3-0608-5568-08706B9DD44D}" dt="2026-06-12T06:52:18.695" v="272" actId="20577"/>
          <ac:spMkLst>
            <pc:docMk/>
            <pc:sldMk cId="1472132133" sldId="269"/>
            <ac:spMk id="5" creationId="{8688A8B9-0EA8-AC31-BA32-04B1FFD2F218}"/>
          </ac:spMkLst>
        </pc:spChg>
        <pc:spChg chg="add mod">
          <ac:chgData name="sumit singh" userId="3fc87fe82f365dbf" providerId="Windows Live" clId="Web-{5E0A81BD-6AD3-0608-5568-08706B9DD44D}" dt="2026-06-12T06:52:27.024" v="273" actId="20577"/>
          <ac:spMkLst>
            <pc:docMk/>
            <pc:sldMk cId="1472132133" sldId="269"/>
            <ac:spMk id="6" creationId="{1A66A4DF-1AAE-AB3A-C079-E525837684B8}"/>
          </ac:spMkLst>
        </pc:spChg>
        <pc:picChg chg="del">
          <ac:chgData name="sumit singh" userId="3fc87fe82f365dbf" providerId="Windows Live" clId="Web-{5E0A81BD-6AD3-0608-5568-08706B9DD44D}" dt="2026-06-12T06:25:39.119" v="44"/>
          <ac:picMkLst>
            <pc:docMk/>
            <pc:sldMk cId="1472132133" sldId="269"/>
            <ac:picMk id="3" creationId="{1CDF3FBE-0A11-EDA6-68F2-BB647BA91409}"/>
          </ac:picMkLst>
        </pc:picChg>
      </pc:sldChg>
      <pc:sldChg chg="del">
        <pc:chgData name="sumit singh" userId="3fc87fe82f365dbf" providerId="Windows Live" clId="Web-{5E0A81BD-6AD3-0608-5568-08706B9DD44D}" dt="2026-06-12T06:49:13.016" v="250"/>
        <pc:sldMkLst>
          <pc:docMk/>
          <pc:sldMk cId="4233366534" sldId="270"/>
        </pc:sldMkLst>
      </pc:sldChg>
      <pc:sldChg chg="modSp">
        <pc:chgData name="sumit singh" userId="3fc87fe82f365dbf" providerId="Windows Live" clId="Web-{5E0A81BD-6AD3-0608-5568-08706B9DD44D}" dt="2026-06-12T06:56:43.721" v="302" actId="20577"/>
        <pc:sldMkLst>
          <pc:docMk/>
          <pc:sldMk cId="584556454" sldId="271"/>
        </pc:sldMkLst>
        <pc:spChg chg="mod">
          <ac:chgData name="sumit singh" userId="3fc87fe82f365dbf" providerId="Windows Live" clId="Web-{5E0A81BD-6AD3-0608-5568-08706B9DD44D}" dt="2026-06-12T06:56:43.721" v="302" actId="20577"/>
          <ac:spMkLst>
            <pc:docMk/>
            <pc:sldMk cId="584556454" sldId="271"/>
            <ac:spMk id="3" creationId="{499A0404-DCF3-8A09-B300-2AC602615458}"/>
          </ac:spMkLst>
        </pc:spChg>
      </pc:sldChg>
      <pc:sldChg chg="addSp delSp modSp">
        <pc:chgData name="sumit singh" userId="3fc87fe82f365dbf" providerId="Windows Live" clId="Web-{5E0A81BD-6AD3-0608-5568-08706B9DD44D}" dt="2026-06-12T06:53:28.917" v="279" actId="20577"/>
        <pc:sldMkLst>
          <pc:docMk/>
          <pc:sldMk cId="1354677141" sldId="272"/>
        </pc:sldMkLst>
        <pc:spChg chg="add mod">
          <ac:chgData name="sumit singh" userId="3fc87fe82f365dbf" providerId="Windows Live" clId="Web-{5E0A81BD-6AD3-0608-5568-08706B9DD44D}" dt="2026-06-12T06:53:28.917" v="279" actId="20577"/>
          <ac:spMkLst>
            <pc:docMk/>
            <pc:sldMk cId="1354677141" sldId="272"/>
            <ac:spMk id="4" creationId="{4A8D67F4-5614-B11C-B0E5-2D76657870A3}"/>
          </ac:spMkLst>
        </pc:spChg>
        <pc:spChg chg="add mod">
          <ac:chgData name="sumit singh" userId="3fc87fe82f365dbf" providerId="Windows Live" clId="Web-{5E0A81BD-6AD3-0608-5568-08706B9DD44D}" dt="2026-06-12T06:53:03.166" v="277" actId="20577"/>
          <ac:spMkLst>
            <pc:docMk/>
            <pc:sldMk cId="1354677141" sldId="272"/>
            <ac:spMk id="5" creationId="{287C7BDB-9524-C7AE-28C4-3CAAEE6A8BDD}"/>
          </ac:spMkLst>
        </pc:spChg>
        <pc:picChg chg="del">
          <ac:chgData name="sumit singh" userId="3fc87fe82f365dbf" providerId="Windows Live" clId="Web-{5E0A81BD-6AD3-0608-5568-08706B9DD44D}" dt="2026-06-12T06:34:14.889" v="106"/>
          <ac:picMkLst>
            <pc:docMk/>
            <pc:sldMk cId="1354677141" sldId="272"/>
            <ac:picMk id="3" creationId="{A9C1FC00-4282-8CAB-B7D0-527A1E64A0DA}"/>
          </ac:picMkLst>
        </pc:picChg>
      </pc:sldChg>
      <pc:sldChg chg="addSp modSp">
        <pc:chgData name="sumit singh" userId="3fc87fe82f365dbf" providerId="Windows Live" clId="Web-{5E0A81BD-6AD3-0608-5568-08706B9DD44D}" dt="2026-06-12T06:55:02.670" v="290" actId="20577"/>
        <pc:sldMkLst>
          <pc:docMk/>
          <pc:sldMk cId="2490006589" sldId="273"/>
        </pc:sldMkLst>
        <pc:spChg chg="add mod">
          <ac:chgData name="sumit singh" userId="3fc87fe82f365dbf" providerId="Windows Live" clId="Web-{5E0A81BD-6AD3-0608-5568-08706B9DD44D}" dt="2026-06-12T06:54:06.418" v="284" actId="1076"/>
          <ac:spMkLst>
            <pc:docMk/>
            <pc:sldMk cId="2490006589" sldId="273"/>
            <ac:spMk id="3" creationId="{89FBC910-F311-246E-B37B-3AD952C3DDB8}"/>
          </ac:spMkLst>
        </pc:spChg>
        <pc:spChg chg="mod">
          <ac:chgData name="sumit singh" userId="3fc87fe82f365dbf" providerId="Windows Live" clId="Web-{5E0A81BD-6AD3-0608-5568-08706B9DD44D}" dt="2026-06-12T06:55:02.670" v="290" actId="20577"/>
          <ac:spMkLst>
            <pc:docMk/>
            <pc:sldMk cId="2490006589" sldId="273"/>
            <ac:spMk id="7" creationId="{ECAEE4E6-0B61-FDE7-9FF4-5EC0A27002BC}"/>
          </ac:spMkLst>
        </pc:spChg>
      </pc:sldChg>
      <pc:sldChg chg="del">
        <pc:chgData name="sumit singh" userId="3fc87fe82f365dbf" providerId="Windows Live" clId="Web-{5E0A81BD-6AD3-0608-5568-08706B9DD44D}" dt="2026-06-12T06:47:13.478" v="227"/>
        <pc:sldMkLst>
          <pc:docMk/>
          <pc:sldMk cId="3736160674" sldId="274"/>
        </pc:sldMkLst>
      </pc:sldChg>
      <pc:sldChg chg="addSp modSp">
        <pc:chgData name="sumit singh" userId="3fc87fe82f365dbf" providerId="Windows Live" clId="Web-{5E0A81BD-6AD3-0608-5568-08706B9DD44D}" dt="2026-06-12T06:55:32.984" v="292" actId="20577"/>
        <pc:sldMkLst>
          <pc:docMk/>
          <pc:sldMk cId="822921794" sldId="275"/>
        </pc:sldMkLst>
        <pc:spChg chg="add mod">
          <ac:chgData name="sumit singh" userId="3fc87fe82f365dbf" providerId="Windows Live" clId="Web-{5E0A81BD-6AD3-0608-5568-08706B9DD44D}" dt="2026-06-12T06:55:22.702" v="291" actId="20577"/>
          <ac:spMkLst>
            <pc:docMk/>
            <pc:sldMk cId="822921794" sldId="275"/>
            <ac:spMk id="3" creationId="{1C3F6EC7-F50E-2A6F-D820-93A4B31B40A5}"/>
          </ac:spMkLst>
        </pc:spChg>
        <pc:spChg chg="mod">
          <ac:chgData name="sumit singh" userId="3fc87fe82f365dbf" providerId="Windows Live" clId="Web-{5E0A81BD-6AD3-0608-5568-08706B9DD44D}" dt="2026-06-12T06:55:32.984" v="292" actId="20577"/>
          <ac:spMkLst>
            <pc:docMk/>
            <pc:sldMk cId="822921794" sldId="275"/>
            <ac:spMk id="5" creationId="{41A1FC78-BBC6-3914-7693-17B6CFEECB2A}"/>
          </ac:spMkLst>
        </pc:spChg>
      </pc:sldChg>
      <pc:sldChg chg="addSp delSp modSp">
        <pc:chgData name="sumit singh" userId="3fc87fe82f365dbf" providerId="Windows Live" clId="Web-{5E0A81BD-6AD3-0608-5568-08706B9DD44D}" dt="2026-06-12T06:52:49.712" v="276" actId="20577"/>
        <pc:sldMkLst>
          <pc:docMk/>
          <pc:sldMk cId="1790661432" sldId="276"/>
        </pc:sldMkLst>
        <pc:spChg chg="mod">
          <ac:chgData name="sumit singh" userId="3fc87fe82f365dbf" providerId="Windows Live" clId="Web-{5E0A81BD-6AD3-0608-5568-08706B9DD44D}" dt="2026-06-12T06:52:43.368" v="275" actId="20577"/>
          <ac:spMkLst>
            <pc:docMk/>
            <pc:sldMk cId="1790661432" sldId="276"/>
            <ac:spMk id="3" creationId="{E2BDC51B-B640-410C-3120-0DAB29AA4CBF}"/>
          </ac:spMkLst>
        </pc:spChg>
        <pc:spChg chg="add mod">
          <ac:chgData name="sumit singh" userId="3fc87fe82f365dbf" providerId="Windows Live" clId="Web-{5E0A81BD-6AD3-0608-5568-08706B9DD44D}" dt="2026-06-12T06:52:49.712" v="276" actId="20577"/>
          <ac:spMkLst>
            <pc:docMk/>
            <pc:sldMk cId="1790661432" sldId="276"/>
            <ac:spMk id="4" creationId="{190EAFAD-2514-C1BA-CD7A-656D80EF89F1}"/>
          </ac:spMkLst>
        </pc:spChg>
        <pc:spChg chg="add del mod">
          <ac:chgData name="sumit singh" userId="3fc87fe82f365dbf" providerId="Windows Live" clId="Web-{5E0A81BD-6AD3-0608-5568-08706B9DD44D}" dt="2026-06-12T06:33:29.028" v="102"/>
          <ac:spMkLst>
            <pc:docMk/>
            <pc:sldMk cId="1790661432" sldId="276"/>
            <ac:spMk id="5" creationId="{8D78F818-E763-9215-2C87-5CF980F57229}"/>
          </ac:spMkLst>
        </pc:spChg>
      </pc:sldChg>
      <pc:sldChg chg="del">
        <pc:chgData name="sumit singh" userId="3fc87fe82f365dbf" providerId="Windows Live" clId="Web-{5E0A81BD-6AD3-0608-5568-08706B9DD44D}" dt="2026-06-12T06:50:26.238" v="259"/>
        <pc:sldMkLst>
          <pc:docMk/>
          <pc:sldMk cId="3974452154" sldId="279"/>
        </pc:sldMkLst>
      </pc:sldChg>
      <pc:sldChg chg="delSp del">
        <pc:chgData name="sumit singh" userId="3fc87fe82f365dbf" providerId="Windows Live" clId="Web-{5E0A81BD-6AD3-0608-5568-08706B9DD44D}" dt="2026-06-12T06:38:44.367" v="140"/>
        <pc:sldMkLst>
          <pc:docMk/>
          <pc:sldMk cId="1801138808" sldId="280"/>
        </pc:sldMkLst>
        <pc:picChg chg="del">
          <ac:chgData name="sumit singh" userId="3fc87fe82f365dbf" providerId="Windows Live" clId="Web-{5E0A81BD-6AD3-0608-5568-08706B9DD44D}" dt="2026-06-12T06:38:32.539" v="139"/>
          <ac:picMkLst>
            <pc:docMk/>
            <pc:sldMk cId="1801138808" sldId="280"/>
            <ac:picMk id="2" creationId="{664E8977-D44E-8C21-D35D-AB8E965D8D62}"/>
          </ac:picMkLst>
        </pc:picChg>
      </pc:sldChg>
      <pc:sldChg chg="modSp">
        <pc:chgData name="sumit singh" userId="3fc87fe82f365dbf" providerId="Windows Live" clId="Web-{5E0A81BD-6AD3-0608-5568-08706B9DD44D}" dt="2026-06-12T06:55:55.797" v="295" actId="20577"/>
        <pc:sldMkLst>
          <pc:docMk/>
          <pc:sldMk cId="1239637898" sldId="281"/>
        </pc:sldMkLst>
        <pc:spChg chg="mod">
          <ac:chgData name="sumit singh" userId="3fc87fe82f365dbf" providerId="Windows Live" clId="Web-{5E0A81BD-6AD3-0608-5568-08706B9DD44D}" dt="2026-06-12T06:55:55.797" v="295" actId="20577"/>
          <ac:spMkLst>
            <pc:docMk/>
            <pc:sldMk cId="1239637898" sldId="281"/>
            <ac:spMk id="3" creationId="{A073217E-B940-FCCF-C6C0-57CE626214DB}"/>
          </ac:spMkLst>
        </pc:spChg>
      </pc:sldChg>
      <pc:sldChg chg="modSp">
        <pc:chgData name="sumit singh" userId="3fc87fe82f365dbf" providerId="Windows Live" clId="Web-{5E0A81BD-6AD3-0608-5568-08706B9DD44D}" dt="2026-06-12T06:56:25.392" v="300" actId="20577"/>
        <pc:sldMkLst>
          <pc:docMk/>
          <pc:sldMk cId="1026819193" sldId="282"/>
        </pc:sldMkLst>
        <pc:spChg chg="mod">
          <ac:chgData name="sumit singh" userId="3fc87fe82f365dbf" providerId="Windows Live" clId="Web-{5E0A81BD-6AD3-0608-5568-08706B9DD44D}" dt="2026-06-12T06:56:25.392" v="300" actId="20577"/>
          <ac:spMkLst>
            <pc:docMk/>
            <pc:sldMk cId="1026819193" sldId="282"/>
            <ac:spMk id="6" creationId="{357F0A7A-A6C6-5B9D-474F-A44C1749D4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2409" y="-27980"/>
            <a:ext cx="8981340" cy="2208340"/>
          </a:xfrm>
        </p:spPr>
        <p:txBody>
          <a:bodyPr>
            <a:noAutofit/>
          </a:bodyPr>
          <a:lstStyle/>
          <a:p>
            <a:pPr algn="ctr"/>
            <a:br>
              <a:rPr lang="en-IN" sz="4000" b="1"/>
            </a:br>
            <a:r>
              <a:rPr lang="en-IN" sz="4000" b="1">
                <a:latin typeface="Times New Roman"/>
                <a:cs typeface="Times New Roman"/>
              </a:rPr>
              <a:t>Presentation on</a:t>
            </a:r>
            <a:b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err="1">
                <a:latin typeface="Times New Roman"/>
                <a:cs typeface="Times New Roman"/>
              </a:rPr>
              <a:t>NetAgent</a:t>
            </a:r>
            <a:r>
              <a:rPr lang="en-IN" sz="4400" b="1">
                <a:latin typeface="Times New Roman"/>
                <a:cs typeface="Times New Roman"/>
              </a:rPr>
              <a:t> AI-Powered</a:t>
            </a:r>
            <a:br>
              <a:rPr lang="en-IN" sz="44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>
                <a:latin typeface="Times New Roman"/>
                <a:cs typeface="Times New Roman"/>
              </a:rPr>
              <a:t>Network Security System</a:t>
            </a:r>
            <a:endParaRPr lang="en-IN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C5E59C-B2D6-0C4F-AE59-89E53FB6EB8E}"/>
              </a:ext>
            </a:extLst>
          </p:cNvPr>
          <p:cNvSpPr txBox="1"/>
          <p:nvPr/>
        </p:nvSpPr>
        <p:spPr>
          <a:xfrm>
            <a:off x="7062237" y="2886808"/>
            <a:ext cx="512793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Presented by:</a:t>
            </a:r>
          </a:p>
          <a:p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Ram Neekhra (0827IT231110)</a:t>
            </a:r>
          </a:p>
          <a:p>
            <a:r>
              <a:rPr lang="en-US" sz="2400">
                <a:latin typeface="Times New Roman"/>
                <a:cs typeface="Times New Roman"/>
              </a:rPr>
              <a:t>Riya Yadav (0827IT231112)</a:t>
            </a:r>
          </a:p>
          <a:p>
            <a:r>
              <a:rPr lang="en-US" sz="2400">
                <a:latin typeface="Times New Roman"/>
                <a:cs typeface="Times New Roman"/>
              </a:rPr>
              <a:t>Sarthak Purohit (0827IT231119)</a:t>
            </a:r>
          </a:p>
          <a:p>
            <a:r>
              <a:rPr lang="en-US" sz="2400">
                <a:latin typeface="Times New Roman"/>
                <a:cs typeface="Times New Roman"/>
              </a:rPr>
              <a:t>Sumit Singh (0827IT231137)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8F5B06-8964-7329-BB1B-F4350C2C791A}"/>
              </a:ext>
            </a:extLst>
          </p:cNvPr>
          <p:cNvSpPr txBox="1"/>
          <p:nvPr/>
        </p:nvSpPr>
        <p:spPr>
          <a:xfrm>
            <a:off x="2135187" y="2889250"/>
            <a:ext cx="339725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Guided by:</a:t>
            </a:r>
          </a:p>
          <a:p>
            <a:endParaRPr lang="en-US" sz="2400" b="1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Prof. Nitin Kulkarni</a:t>
            </a:r>
          </a:p>
          <a:p>
            <a:r>
              <a:rPr lang="en-US" sz="2400">
                <a:latin typeface="Times New Roman"/>
                <a:cs typeface="Times New Roman"/>
              </a:rPr>
              <a:t>Mr. Mehul Purohit</a:t>
            </a:r>
          </a:p>
        </p:txBody>
      </p:sp>
    </p:spTree>
    <p:extLst>
      <p:ext uri="{BB962C8B-B14F-4D97-AF65-F5344CB8AC3E}">
        <p14:creationId xmlns:p14="http://schemas.microsoft.com/office/powerpoint/2010/main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0CFABB-EEA2-BED1-44A3-59458F788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D6A61-CE28-35F1-A111-8CC663622748}"/>
              </a:ext>
            </a:extLst>
          </p:cNvPr>
          <p:cNvSpPr txBox="1"/>
          <p:nvPr/>
        </p:nvSpPr>
        <p:spPr>
          <a:xfrm>
            <a:off x="2120411" y="160930"/>
            <a:ext cx="5384800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b="1">
                <a:latin typeface="Calibri"/>
                <a:ea typeface="Calibri"/>
                <a:cs typeface="Calibri"/>
              </a:rPr>
              <a:t> </a:t>
            </a:r>
            <a:r>
              <a:rPr lang="en-US" sz="2800" b="1">
                <a:latin typeface="Times New Roman"/>
                <a:ea typeface="Calibri"/>
                <a:cs typeface="Times New Roman"/>
              </a:rPr>
              <a:t>Problem Statement</a:t>
            </a:r>
            <a:endParaRPr lang="en-GB" sz="2800">
              <a:latin typeface="Times New Roman"/>
              <a:ea typeface="Calibri"/>
              <a:cs typeface="Times New Roman"/>
            </a:endParaRPr>
          </a:p>
          <a:p>
            <a:pPr algn="ctr"/>
            <a:endParaRPr lang="en-GB" sz="3200" b="1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DF657-690A-AF37-AAC0-3818021B3604}"/>
              </a:ext>
            </a:extLst>
          </p:cNvPr>
          <p:cNvSpPr txBox="1"/>
          <p:nvPr/>
        </p:nvSpPr>
        <p:spPr>
          <a:xfrm>
            <a:off x="2278673" y="1600017"/>
            <a:ext cx="7739062" cy="49705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Times New Roman"/>
                <a:ea typeface="Calibri"/>
                <a:cs typeface="Times New Roman"/>
              </a:rPr>
              <a:t>•</a:t>
            </a:r>
            <a:r>
              <a:rPr lang="en-US" b="1">
                <a:latin typeface="Times New Roman"/>
                <a:ea typeface="Calibri"/>
                <a:cs typeface="Times New Roman"/>
              </a:rPr>
              <a:t> Unstructured Data Overload:</a:t>
            </a:r>
            <a:r>
              <a:rPr lang="en-US">
                <a:latin typeface="Times New Roman"/>
                <a:ea typeface="Calibri"/>
                <a:cs typeface="Times New Roman"/>
              </a:rPr>
              <a:t> Existing security stacks fail to autonomously convert high-volume raw telemetry into structured context, overwhelming analysts with millions of events per second.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Times New Roman"/>
                <a:ea typeface="Calibri"/>
                <a:cs typeface="Times New Roman"/>
              </a:rPr>
              <a:t>• </a:t>
            </a:r>
            <a:r>
              <a:rPr lang="en-US" b="1">
                <a:latin typeface="Times New Roman"/>
                <a:ea typeface="Calibri"/>
                <a:cs typeface="Times New Roman"/>
              </a:rPr>
              <a:t>Critical Delays:</a:t>
            </a:r>
            <a:r>
              <a:rPr lang="en-US">
                <a:latin typeface="Times New Roman"/>
                <a:ea typeface="Calibri"/>
                <a:cs typeface="Times New Roman"/>
              </a:rPr>
              <a:t> Mean Time to Action (MTTA) typically spans 2 to 4 hours as human analysts manually sift through and correlate logs from disparate sources.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>
                <a:latin typeface="Times New Roman"/>
                <a:ea typeface="Calibri"/>
                <a:cs typeface="Times New Roman"/>
              </a:rPr>
              <a:t>• Expanded Vulnerability Window:</a:t>
            </a:r>
            <a:r>
              <a:rPr lang="en-US">
                <a:latin typeface="Times New Roman"/>
                <a:ea typeface="Calibri"/>
                <a:cs typeface="Times New Roman"/>
              </a:rPr>
              <a:t> Protracted delays allow sophisticated threats to persist and escalate before a response is mounted, causing significant damage.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>
                <a:latin typeface="Times New Roman"/>
                <a:ea typeface="Calibri"/>
                <a:cs typeface="Times New Roman"/>
              </a:rPr>
              <a:t>Objective:</a:t>
            </a:r>
            <a:r>
              <a:rPr lang="en-US">
                <a:latin typeface="Times New Roman"/>
                <a:ea typeface="Calibri"/>
                <a:cs typeface="Times New Roman"/>
              </a:rPr>
              <a:t> Reduce MTTA from hours to under 10 minutes by synthesizing a high-fidelity report detailing WHAT happened, WHY it succeeded, and HOW to respond</a:t>
            </a:r>
          </a:p>
          <a:p>
            <a:pPr algn="l"/>
            <a:endParaRPr lang="en-US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5238AC-A08C-9EF8-1E8E-CB152DC83AE5}"/>
              </a:ext>
            </a:extLst>
          </p:cNvPr>
          <p:cNvSpPr txBox="1"/>
          <p:nvPr/>
        </p:nvSpPr>
        <p:spPr>
          <a:xfrm>
            <a:off x="2277756" y="1019358"/>
            <a:ext cx="507316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ea typeface="Calibri"/>
                <a:cs typeface="Times New Roman"/>
              </a:rPr>
              <a:t>The Cognitive Gap &amp; Log Fatigue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05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F6BFF2-C616-AF4D-C703-223A60D4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3</a:t>
            </a:fld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943B642-027C-8A00-08AA-EA9FC60AC1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91265448-A330-5383-A1A1-0B9D0706BF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8A8B9-0EA8-AC31-BA32-04B1FFD2F218}"/>
              </a:ext>
            </a:extLst>
          </p:cNvPr>
          <p:cNvSpPr txBox="1"/>
          <p:nvPr/>
        </p:nvSpPr>
        <p:spPr>
          <a:xfrm>
            <a:off x="1872028" y="860913"/>
            <a:ext cx="9429749" cy="62889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b="1">
                <a:latin typeface="Times New Roman"/>
                <a:ea typeface="Calibri"/>
                <a:cs typeface="Times New Roman"/>
              </a:rPr>
              <a:t>Nmap (Gordon Lyon)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>
                <a:latin typeface="Times New Roman"/>
                <a:ea typeface="Calibri"/>
                <a:cs typeface="Times New Roman"/>
              </a:rPr>
              <a:t>Features: Active scanning, OS fingerprinting, network mapping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>
                <a:latin typeface="Times New Roman"/>
                <a:ea typeface="Calibri"/>
                <a:cs typeface="Times New Roman"/>
              </a:rPr>
              <a:t>Limitations: Provides raw data only; lacks context and reasoning; requires manual analysis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b="1" err="1">
                <a:latin typeface="Times New Roman"/>
                <a:ea typeface="Calibri"/>
                <a:cs typeface="Times New Roman"/>
              </a:rPr>
              <a:t>Scapy</a:t>
            </a:r>
            <a:r>
              <a:rPr lang="en-US" b="1">
                <a:latin typeface="Times New Roman"/>
                <a:ea typeface="Calibri"/>
                <a:cs typeface="Times New Roman"/>
              </a:rPr>
              <a:t> (Philippe Biondi)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>
                <a:latin typeface="Times New Roman"/>
                <a:ea typeface="Calibri"/>
                <a:cs typeface="Times New Roman"/>
              </a:rPr>
              <a:t>Features: Deep packet inspection, protocol manipulation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>
                <a:latin typeface="Times New Roman"/>
                <a:ea typeface="Calibri"/>
                <a:cs typeface="Times New Roman"/>
              </a:rPr>
              <a:t>Limitations: Highly manual tool; requires deep protocol expertise; not autonomous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b="1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b="1">
                <a:latin typeface="Times New Roman"/>
                <a:ea typeface="Calibri"/>
                <a:cs typeface="Times New Roman"/>
              </a:rPr>
              <a:t>Traditional IDS (Snort, Suricata)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>
                <a:latin typeface="Times New Roman"/>
                <a:ea typeface="Calibri"/>
                <a:cs typeface="Times New Roman"/>
              </a:rPr>
              <a:t>Features: Detects known threats using rigid attack signatures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>
                <a:latin typeface="Times New Roman"/>
                <a:ea typeface="Calibri"/>
                <a:cs typeface="Times New Roman"/>
              </a:rPr>
              <a:t>Limitations: Fundamentally reactive; blind to zero-day exploits and polymorphic malware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b="1">
                <a:latin typeface="Times New Roman"/>
                <a:ea typeface="Calibri"/>
                <a:cs typeface="Times New Roman"/>
              </a:rPr>
              <a:t>Current SIEM Systems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>
                <a:latin typeface="Times New Roman"/>
                <a:ea typeface="Calibri"/>
                <a:cs typeface="Times New Roman"/>
              </a:rPr>
              <a:t>Features: Log aggregation, alert generation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>
                <a:latin typeface="Times New Roman"/>
                <a:ea typeface="Calibri"/>
                <a:cs typeface="Times New Roman"/>
              </a:rPr>
              <a:t>Limitations: Fail at real-time context generation; overwhelming human analysts with massive quantities of unstructured data</a:t>
            </a:r>
          </a:p>
          <a:p>
            <a:pPr algn="l"/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6A4DF-1AAE-AB3A-C079-E525837684B8}"/>
              </a:ext>
            </a:extLst>
          </p:cNvPr>
          <p:cNvSpPr txBox="1"/>
          <p:nvPr/>
        </p:nvSpPr>
        <p:spPr>
          <a:xfrm>
            <a:off x="1875691" y="329712"/>
            <a:ext cx="864393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ea typeface="Calibri"/>
                <a:cs typeface="Times New Roman"/>
              </a:rPr>
              <a:t>Existing Systems &amp; Limitations</a:t>
            </a:r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213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6DEA97-60A1-2A82-49A1-026E15E6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4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DC51B-B640-410C-3120-0DAB29AA4CBF}"/>
              </a:ext>
            </a:extLst>
          </p:cNvPr>
          <p:cNvSpPr txBox="1"/>
          <p:nvPr/>
        </p:nvSpPr>
        <p:spPr>
          <a:xfrm>
            <a:off x="1702594" y="657591"/>
            <a:ext cx="10052843" cy="61401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>
                <a:latin typeface="Times New Roman"/>
                <a:ea typeface="Calibri"/>
                <a:cs typeface="Times New Roman"/>
              </a:rPr>
              <a:t>1. The Probe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• Frontline network sensor performing targeted Deep Packet Inspection (DPI)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• Active reconnaissance using Nmap and 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Nikto</a:t>
            </a:r>
            <a:r>
              <a:rPr lang="en-US" sz="1400">
                <a:latin typeface="Times New Roman"/>
                <a:ea typeface="Calibri"/>
                <a:cs typeface="Times New Roman"/>
              </a:rPr>
              <a:t> for network mapping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• Extracts and curates only essential metadata (connection logs, protocols, IOCs)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• Eliminates bulk log data to reduce bandwidth and storage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>
                <a:latin typeface="Times New Roman"/>
                <a:ea typeface="Calibri"/>
                <a:cs typeface="Times New Roman"/>
              </a:rPr>
              <a:t>2. The Brain (Edge Compute Node)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• Powered by quantized LLM (Llama 3) via 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Ollama</a:t>
            </a:r>
            <a:r>
              <a:rPr lang="en-US" sz="1400">
                <a:latin typeface="Times New Roman"/>
                <a:ea typeface="Calibri"/>
                <a:cs typeface="Times New Roman"/>
              </a:rPr>
              <a:t> runtime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• Implements 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ReAct</a:t>
            </a:r>
            <a:r>
              <a:rPr lang="en-US" sz="1400">
                <a:latin typeface="Times New Roman"/>
                <a:ea typeface="Calibri"/>
                <a:cs typeface="Times New Roman"/>
              </a:rPr>
              <a:t> (Reasoning and Acting) framework for intelligent analysis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• 100% local processing ensures data sovereignty and privacy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>
                <a:latin typeface="Times New Roman"/>
                <a:ea typeface="Calibri"/>
                <a:cs typeface="Times New Roman"/>
              </a:rPr>
              <a:t>3. Recursive Validation Loop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• AI acts as master orchestrator executing specialized security tools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• Analyzes tool outputs and formulates new hypotheses iteratively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• Validates findings before alerting users to minimize false positives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• Continuous self-correcting mechanism ensures thorough threat vetting</a:t>
            </a:r>
          </a:p>
          <a:p>
            <a:endParaRPr lang="en-US" sz="1400" b="1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EAFAD-2514-C1BA-CD7A-656D80EF89F1}"/>
              </a:ext>
            </a:extLst>
          </p:cNvPr>
          <p:cNvSpPr txBox="1"/>
          <p:nvPr/>
        </p:nvSpPr>
        <p:spPr>
          <a:xfrm>
            <a:off x="1701677" y="-1"/>
            <a:ext cx="806053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Times New Roman"/>
                <a:ea typeface="Calibri"/>
                <a:cs typeface="Times New Roman"/>
              </a:rPr>
              <a:t>System Architecture</a:t>
            </a:r>
            <a:endParaRPr lang="en-US"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90661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FAFB6D-1632-F1AD-187A-FFF9BA06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D67F4-5614-B11C-B0E5-2D76657870A3}"/>
              </a:ext>
            </a:extLst>
          </p:cNvPr>
          <p:cNvSpPr txBox="1"/>
          <p:nvPr/>
        </p:nvSpPr>
        <p:spPr>
          <a:xfrm>
            <a:off x="1883018" y="786728"/>
            <a:ext cx="8929687" cy="63863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b="1">
                <a:latin typeface="Times New Roman"/>
                <a:ea typeface="Calibri"/>
                <a:cs typeface="Times New Roman"/>
              </a:rPr>
              <a:t>Hardware Infrastructure</a:t>
            </a:r>
            <a:r>
              <a:rPr lang="en-US" sz="1200">
                <a:latin typeface="Times New Roman"/>
                <a:ea typeface="Calibri"/>
                <a:cs typeface="Times New Roman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• Raspberry Pi 4/5: Acts as frontline network probe for DPI and active scanning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• Edge Node (Laptop/PC): Hosts the quantized LLM (</a:t>
            </a:r>
            <a:r>
              <a:rPr lang="en-US" sz="1200" err="1">
                <a:latin typeface="Times New Roman"/>
                <a:ea typeface="Calibri"/>
                <a:cs typeface="Times New Roman"/>
              </a:rPr>
              <a:t>Ollama</a:t>
            </a:r>
            <a:r>
              <a:rPr lang="en-US" sz="1200">
                <a:latin typeface="Times New Roman"/>
                <a:ea typeface="Calibri"/>
                <a:cs typeface="Times New Roman"/>
              </a:rPr>
              <a:t>) for AI reasoning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200" b="1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b="1">
                <a:latin typeface="Times New Roman"/>
                <a:ea typeface="Calibri"/>
                <a:cs typeface="Times New Roman"/>
              </a:rPr>
              <a:t>Artificial Intelligence &amp; Machine Learning: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• </a:t>
            </a:r>
            <a:r>
              <a:rPr lang="en-US" sz="1200" err="1">
                <a:latin typeface="Times New Roman"/>
                <a:ea typeface="Calibri"/>
                <a:cs typeface="Times New Roman"/>
              </a:rPr>
              <a:t>Ollama</a:t>
            </a:r>
            <a:r>
              <a:rPr lang="en-US" sz="1200">
                <a:latin typeface="Times New Roman"/>
                <a:ea typeface="Calibri"/>
                <a:cs typeface="Times New Roman"/>
              </a:rPr>
              <a:t>: Local LLM runtime engine for offline reasoning without internet dependency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• Llama 3: Quantized Large Language Model for resource-efficient edge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• </a:t>
            </a:r>
            <a:r>
              <a:rPr lang="en-US" sz="1200" err="1">
                <a:latin typeface="Times New Roman"/>
                <a:ea typeface="Calibri"/>
                <a:cs typeface="Times New Roman"/>
              </a:rPr>
              <a:t>LangChain</a:t>
            </a:r>
            <a:r>
              <a:rPr lang="en-US" sz="1200">
                <a:latin typeface="Times New Roman"/>
                <a:ea typeface="Calibri"/>
                <a:cs typeface="Times New Roman"/>
              </a:rPr>
              <a:t> / </a:t>
            </a:r>
            <a:r>
              <a:rPr lang="en-US" sz="1200" err="1">
                <a:latin typeface="Times New Roman"/>
                <a:ea typeface="Calibri"/>
                <a:cs typeface="Times New Roman"/>
              </a:rPr>
              <a:t>CrewAI</a:t>
            </a:r>
            <a:r>
              <a:rPr lang="en-US" sz="1200">
                <a:latin typeface="Times New Roman"/>
                <a:ea typeface="Calibri"/>
                <a:cs typeface="Times New Roman"/>
              </a:rPr>
              <a:t>: Agentic frameworks managing </a:t>
            </a:r>
            <a:r>
              <a:rPr lang="en-US" sz="1200" err="1">
                <a:latin typeface="Times New Roman"/>
                <a:ea typeface="Calibri"/>
                <a:cs typeface="Times New Roman"/>
              </a:rPr>
              <a:t>ReAct</a:t>
            </a:r>
            <a:r>
              <a:rPr lang="en-US" sz="1200">
                <a:latin typeface="Times New Roman"/>
                <a:ea typeface="Calibri"/>
                <a:cs typeface="Times New Roman"/>
              </a:rPr>
              <a:t> Chain-of-Thought loops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200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b="1">
                <a:latin typeface="Times New Roman"/>
                <a:ea typeface="Calibri"/>
                <a:cs typeface="Times New Roman"/>
              </a:rPr>
              <a:t>Development &amp; Integration: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• Python 3.10+: Primary language for tool integration and agent orchestration logic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• Node.js: Automation and script execution for secure tool coordination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200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b="1">
                <a:latin typeface="Times New Roman"/>
                <a:ea typeface="Calibri"/>
                <a:cs typeface="Times New Roman"/>
              </a:rPr>
              <a:t>Security Tools Stack (Orchestrated by AI):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• Nmap: Network reconnaissance and OS fingerprinting for topology discovery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• </a:t>
            </a:r>
            <a:r>
              <a:rPr lang="en-US" sz="1200" err="1">
                <a:latin typeface="Times New Roman"/>
                <a:ea typeface="Calibri"/>
                <a:cs typeface="Times New Roman"/>
              </a:rPr>
              <a:t>Nikto</a:t>
            </a:r>
            <a:r>
              <a:rPr lang="en-US" sz="1200">
                <a:latin typeface="Times New Roman"/>
                <a:ea typeface="Calibri"/>
                <a:cs typeface="Times New Roman"/>
              </a:rPr>
              <a:t>: Web server vulnerability scanning for application-layer threats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• </a:t>
            </a:r>
            <a:r>
              <a:rPr lang="en-US" sz="1200" err="1">
                <a:latin typeface="Times New Roman"/>
                <a:ea typeface="Calibri"/>
                <a:cs typeface="Times New Roman"/>
              </a:rPr>
              <a:t>Scapy</a:t>
            </a:r>
            <a:r>
              <a:rPr lang="en-US" sz="1200">
                <a:latin typeface="Times New Roman"/>
                <a:ea typeface="Calibri"/>
                <a:cs typeface="Times New Roman"/>
              </a:rPr>
              <a:t>: Custom packet crafting for deep protocol analysis and anomaly detection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• </a:t>
            </a:r>
            <a:r>
              <a:rPr lang="en-US" sz="1200" err="1">
                <a:latin typeface="Times New Roman"/>
                <a:ea typeface="Calibri"/>
                <a:cs typeface="Times New Roman"/>
              </a:rPr>
              <a:t>Searchsploit</a:t>
            </a:r>
            <a:r>
              <a:rPr lang="en-US" sz="1200">
                <a:latin typeface="Times New Roman"/>
                <a:ea typeface="Calibri"/>
                <a:cs typeface="Times New Roman"/>
              </a:rPr>
              <a:t>: Vulnerability database integration for contextual threat correlation</a:t>
            </a:r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7C7BDB-9524-C7AE-28C4-3CAAEE6A8BDD}"/>
              </a:ext>
            </a:extLst>
          </p:cNvPr>
          <p:cNvSpPr txBox="1"/>
          <p:nvPr/>
        </p:nvSpPr>
        <p:spPr>
          <a:xfrm>
            <a:off x="1881187" y="146538"/>
            <a:ext cx="550068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ea typeface="Calibri"/>
                <a:cs typeface="Times New Roman"/>
              </a:rPr>
              <a:t>Technologies Used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77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2790D5-636D-AE7C-AD5F-12C43BE1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6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E2421B-A7E7-7EB6-8ABB-DDE568954DF1}"/>
              </a:ext>
            </a:extLst>
          </p:cNvPr>
          <p:cNvSpPr txBox="1"/>
          <p:nvPr/>
        </p:nvSpPr>
        <p:spPr>
          <a:xfrm>
            <a:off x="7940041" y="1686505"/>
            <a:ext cx="4739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/>
            </a:b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AB8A91-2431-606D-5DF1-21A4775006EF}"/>
              </a:ext>
            </a:extLst>
          </p:cNvPr>
          <p:cNvSpPr txBox="1"/>
          <p:nvPr/>
        </p:nvSpPr>
        <p:spPr>
          <a:xfrm>
            <a:off x="8566484" y="1928008"/>
            <a:ext cx="341564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EE4E6-0B61-FDE7-9FF4-5EC0A27002BC}"/>
              </a:ext>
            </a:extLst>
          </p:cNvPr>
          <p:cNvSpPr txBox="1"/>
          <p:nvPr/>
        </p:nvSpPr>
        <p:spPr>
          <a:xfrm>
            <a:off x="1733122" y="784896"/>
            <a:ext cx="10116344" cy="62940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b="1">
                <a:latin typeface="Times New Roman"/>
                <a:ea typeface="Calibri"/>
                <a:cs typeface="Times New Roman"/>
              </a:rPr>
              <a:t>Performance Metrics: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MTTA Reduction: &lt;10 minutes (vs. 2-4 hours with manual analysis)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Automation Level: semi- autonomous with human intervention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False Positive Reduction: Minimal through recursive validation mechanism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Data Privacy: 100% local processing with zero data exfiltration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200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b="1">
                <a:latin typeface="Times New Roman"/>
                <a:ea typeface="Calibri"/>
                <a:cs typeface="Times New Roman"/>
              </a:rPr>
              <a:t>Threat Detection 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Successfully detected and analyzed port-scanning campaigns across network segments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Identified SQL injection and directory traversal attacks with high confidence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Detected Command and Control (C2) beacon communications and lateral movement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AI orchestrator demonstrated 100% autonomous execution of complex tool chains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Generates actionable intelligence with detailed WHAT, WHY, and HOW analysis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Recursive validation loop effectively minimizes false positives and alert fatigue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200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b="1">
                <a:latin typeface="Times New Roman"/>
                <a:ea typeface="Calibri"/>
                <a:cs typeface="Times New Roman"/>
              </a:rPr>
              <a:t>System Capabilities: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Handles millions of network events per second without data loss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Processes threat events completely offline without cloud dependencies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>
                <a:latin typeface="Times New Roman"/>
                <a:ea typeface="Calibri"/>
                <a:cs typeface="Times New Roman"/>
              </a:rPr>
              <a:t>✓ Maintains full audit trail and evidence correlation for incident response</a:t>
            </a:r>
          </a:p>
          <a:p>
            <a:endParaRPr lang="en-US" sz="1200" b="1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FBC910-F311-246E-B37B-3AD952C3DDB8}"/>
              </a:ext>
            </a:extLst>
          </p:cNvPr>
          <p:cNvSpPr txBox="1"/>
          <p:nvPr/>
        </p:nvSpPr>
        <p:spPr>
          <a:xfrm>
            <a:off x="1734649" y="118146"/>
            <a:ext cx="428624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ea typeface="Calibri"/>
                <a:cs typeface="Times New Roman"/>
              </a:rPr>
              <a:t>Results &amp; Key Findings</a:t>
            </a:r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000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4A3D6C-0C6B-F739-6383-282F27A7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1FC78-BBC6-3914-7693-17B6CFEECB2A}"/>
              </a:ext>
            </a:extLst>
          </p:cNvPr>
          <p:cNvSpPr txBox="1"/>
          <p:nvPr/>
        </p:nvSpPr>
        <p:spPr>
          <a:xfrm>
            <a:off x="1703498" y="966063"/>
            <a:ext cx="10489113" cy="67249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>
                <a:latin typeface="Times New Roman"/>
                <a:ea typeface="Calibri"/>
                <a:cs typeface="Times New Roman"/>
              </a:rPr>
              <a:t>1. Hybrid Architecture Innovation: </a:t>
            </a:r>
            <a:endParaRPr lang="en-US" sz="1400" b="1">
              <a:latin typeface="Times New Roman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Successfully developed a hybrid agentic architecture that cleanly </a:t>
            </a:r>
            <a:endParaRPr lang="en-US" sz="1400">
              <a:latin typeface="Times New Roman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separates IoT sensing (Raspberry Pi) from AI reasoning (Edge Node), enabling scalability and 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resource optimization.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>
                <a:latin typeface="Times New Roman"/>
                <a:ea typeface="Calibri"/>
                <a:cs typeface="Times New Roman"/>
              </a:rPr>
              <a:t>2. Edge AI Autonomy: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 Demonstrated that locally-hosted quantized LLMs can autonomously orchestrate </a:t>
            </a:r>
            <a:endParaRPr lang="en-US" sz="1400">
              <a:latin typeface="Times New Roman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complex, multi-stage security tools without requiring human intervention or external APIs.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>
                <a:latin typeface="Times New Roman"/>
                <a:ea typeface="Calibri"/>
                <a:cs typeface="Times New Roman"/>
              </a:rPr>
              <a:t>3. Recursive Validation Loop: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 Introduced a novel recursive validation mechanism that drastically </a:t>
            </a:r>
            <a:endParaRPr lang="en-US" sz="1400">
              <a:latin typeface="Times New Roman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reduces false positives by verifying hypotheses before surfacing alerts to security teams.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>
                <a:latin typeface="Times New Roman"/>
                <a:ea typeface="Calibri"/>
                <a:cs typeface="Times New Roman"/>
              </a:rPr>
              <a:t>4. Dramatic MTTA Improvement: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 Achieved &lt; 10 minutes Mean Time to Action, transforming response </a:t>
            </a:r>
            <a:endParaRPr lang="en-US" sz="1400">
              <a:latin typeface="Times New Roman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latin typeface="Times New Roman"/>
                <a:ea typeface="Calibri"/>
                <a:cs typeface="Times New Roman"/>
              </a:rPr>
              <a:t>capabilities from hours to near real-time, enabling proactive threat mitigation.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>
              <a:latin typeface="Calibri"/>
              <a:ea typeface="Calibri"/>
              <a:cs typeface="Calibri"/>
            </a:endParaRPr>
          </a:p>
          <a:p>
            <a:endParaRPr lang="en-US" sz="1400">
              <a:latin typeface="Times New Roman"/>
              <a:ea typeface="+mn-lt"/>
              <a:cs typeface="Times New Roman"/>
            </a:endParaRPr>
          </a:p>
          <a:p>
            <a:endParaRPr lang="en-IN" sz="1400" b="1">
              <a:latin typeface="Century Gothic" panose="020B0502020202020204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F6EC7-F50E-2A6F-D820-93A4B31B40A5}"/>
              </a:ext>
            </a:extLst>
          </p:cNvPr>
          <p:cNvSpPr txBox="1"/>
          <p:nvPr/>
        </p:nvSpPr>
        <p:spPr>
          <a:xfrm>
            <a:off x="1610255" y="259189"/>
            <a:ext cx="34473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>
                <a:latin typeface="Times New Roman"/>
                <a:ea typeface="Calibri"/>
                <a:cs typeface="Times New Roman"/>
              </a:rPr>
              <a:t>Conclusions</a:t>
            </a:r>
            <a:endParaRPr lang="en-US"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292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3BD0F5-14A1-1573-EF2A-DEB384B39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3217E-B940-FCCF-C6C0-57CE626214DB}"/>
              </a:ext>
            </a:extLst>
          </p:cNvPr>
          <p:cNvSpPr txBox="1"/>
          <p:nvPr/>
        </p:nvSpPr>
        <p:spPr>
          <a:xfrm>
            <a:off x="1719078" y="-109904"/>
            <a:ext cx="10776071" cy="62478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800" b="1">
              <a:latin typeface="Calibri"/>
              <a:ea typeface="Calibri"/>
              <a:cs typeface="Calibri"/>
            </a:endParaRPr>
          </a:p>
          <a:p>
            <a:endParaRPr lang="en-US" sz="2800" b="1">
              <a:latin typeface="Calibri"/>
              <a:ea typeface="Calibri"/>
              <a:cs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5. Data Sovereignty Guarantee: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 Ensured 100% data sovereignty by implementing all AI reasoning, </a:t>
            </a:r>
            <a:endParaRPr lang="en-US" sz="1600">
              <a:latin typeface="Times New Roman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inference, and packet inspection locally on edge hardware, maintaining strict compliance with 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global data privacy regulations (GDPR, HIPAA, etc.).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6. Actionable Intelligence Framework</a:t>
            </a:r>
            <a:r>
              <a:rPr lang="en-US" sz="1600">
                <a:latin typeface="Times New Roman"/>
                <a:ea typeface="Calibri"/>
                <a:cs typeface="Times New Roman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 Created a structured intelligence framework that converts </a:t>
            </a:r>
            <a:endParaRPr lang="en-US" sz="1600">
              <a:latin typeface="Times New Roman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thousands of raw security alerts into concise, human-readable reports with clear remediation steps.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7. Enterprise Viability: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 Proved the feasibility and effectiveness of Edge AI for enterprise-grade </a:t>
            </a:r>
            <a:endParaRPr lang="en-US" sz="1600">
              <a:latin typeface="Times New Roman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cybersecurity applications without requiring centralized SOCs or expensive skilled analysts.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 algn="l"/>
            <a:endParaRPr lang="en-US" sz="1600" b="1">
              <a:latin typeface="Calibri"/>
              <a:ea typeface="Calibri"/>
              <a:cs typeface="Calibri"/>
            </a:endParaRP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239637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1658FE-5D2E-4963-DBC8-36B9383B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F98A2-2635-3C87-9ACE-172D58AAA437}"/>
              </a:ext>
            </a:extLst>
          </p:cNvPr>
          <p:cNvSpPr txBox="1"/>
          <p:nvPr/>
        </p:nvSpPr>
        <p:spPr>
          <a:xfrm>
            <a:off x="1794244" y="438593"/>
            <a:ext cx="9383232" cy="58346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F0A7A-A6C6-5B9D-474F-A44C1749D423}"/>
              </a:ext>
            </a:extLst>
          </p:cNvPr>
          <p:cNvSpPr txBox="1"/>
          <p:nvPr/>
        </p:nvSpPr>
        <p:spPr>
          <a:xfrm>
            <a:off x="1795094" y="648687"/>
            <a:ext cx="10021185" cy="4001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Times New Roman"/>
                <a:ea typeface="Calibri"/>
                <a:cs typeface="Times New Roman"/>
              </a:rPr>
              <a:t>Future Scope</a:t>
            </a:r>
          </a:p>
          <a:p>
            <a:endParaRPr lang="en-US" sz="2800" b="1"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• Multi-Agent Distributed Architecture: Deploy multiple </a:t>
            </a:r>
            <a:r>
              <a:rPr lang="en-US" sz="1600" err="1">
                <a:latin typeface="Times New Roman"/>
                <a:ea typeface="Calibri"/>
                <a:cs typeface="Times New Roman"/>
              </a:rPr>
              <a:t>NetAgent</a:t>
            </a:r>
            <a:r>
              <a:rPr lang="en-US" sz="1600">
                <a:latin typeface="Times New Roman"/>
                <a:ea typeface="Calibri"/>
                <a:cs typeface="Times New Roman"/>
              </a:rPr>
              <a:t> instances across network 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segments for distributed threat detection and coordinated automated response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• Advanced Threat Intelligence Integration: Integrate with OSINT platforms and threat feeds for 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enhanced contextual analysis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• Improved LLM Fine-tuning: Develop domain-specific models trained on enterprise security data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• Regulatory Compliance Automation: Automatically generate compliance reports for GDPR, HIPAA, 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latin typeface="Times New Roman"/>
                <a:ea typeface="Calibri"/>
                <a:cs typeface="Times New Roman"/>
              </a:rPr>
              <a:t>PCI-DSS auditing and regulatory requirements</a:t>
            </a:r>
          </a:p>
          <a:p>
            <a:endParaRPr lang="en-US" sz="1600" b="1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6819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9646-E93C-1967-B61B-316EFA05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DA9428-B45B-20BA-B9BF-9EC990C7F486}"/>
              </a:ext>
            </a:extLst>
          </p:cNvPr>
          <p:cNvSpPr/>
          <p:nvPr/>
        </p:nvSpPr>
        <p:spPr>
          <a:xfrm>
            <a:off x="4024522" y="2110085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405D59-04E2-F173-8396-FFBCDFE0262A}"/>
              </a:ext>
            </a:extLst>
          </p:cNvPr>
          <p:cNvSpPr/>
          <p:nvPr/>
        </p:nvSpPr>
        <p:spPr>
          <a:xfrm>
            <a:off x="4570874" y="3427466"/>
            <a:ext cx="28200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Queries ?</a:t>
            </a:r>
          </a:p>
        </p:txBody>
      </p:sp>
    </p:spTree>
    <p:extLst>
      <p:ext uri="{BB962C8B-B14F-4D97-AF65-F5344CB8AC3E}">
        <p14:creationId xmlns:p14="http://schemas.microsoft.com/office/powerpoint/2010/main" val="31713410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Wisp</vt:lpstr>
      <vt:lpstr> Presentation on NetAgent AI-Powered Network Security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Singh Chouhan</dc:creator>
  <cp:revision>1</cp:revision>
  <dcterms:created xsi:type="dcterms:W3CDTF">2024-09-26T07:25:32Z</dcterms:created>
  <dcterms:modified xsi:type="dcterms:W3CDTF">2026-06-16T07:10:47Z</dcterms:modified>
</cp:coreProperties>
</file>